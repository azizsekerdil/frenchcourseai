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6d6dea052e4347" /><Relationship Type="http://schemas.openxmlformats.org/officeDocument/2006/relationships/extended-properties" Target="/docProps/app.xml" Id="R927b6d1284e74e81" /><Relationship Type="http://schemas.openxmlformats.org/officeDocument/2006/relationships/officeDocument" Target="/ppt/presentation.xml" Id="R71c653b539604f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7d342cafaa4d19"/>
  </p:sldMasterIdLst>
  <p:notesMasterIdLst>
    <p:notesMasterId xmlns:r="http://schemas.openxmlformats.org/officeDocument/2006/relationships" r:id="R935c4e6952ff410e"/>
  </p:notesMasterIdLst>
  <p:sldIdLst>
    <p:sldId xmlns:r="http://schemas.openxmlformats.org/officeDocument/2006/relationships" id="256" r:id="Rf6f81e9999144e57"/>
    <p:sldId xmlns:r="http://schemas.openxmlformats.org/officeDocument/2006/relationships" id="257" r:id="R019dcd2818374a49"/>
    <p:sldId xmlns:r="http://schemas.openxmlformats.org/officeDocument/2006/relationships" id="258" r:id="Rc279a97c82824023"/>
    <p:sldId xmlns:r="http://schemas.openxmlformats.org/officeDocument/2006/relationships" id="259" r:id="Rd900bfa8f9df4d5c"/>
    <p:sldId xmlns:r="http://schemas.openxmlformats.org/officeDocument/2006/relationships" id="260" r:id="R936b9016072c48d9"/>
    <p:sldId xmlns:r="http://schemas.openxmlformats.org/officeDocument/2006/relationships" id="261" r:id="R7b57e506c3c748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d4540b3b164ff8" /><Relationship Type="http://schemas.openxmlformats.org/officeDocument/2006/relationships/slideMaster" Target="/ppt/slideMasters/slideMaster1.xml" Id="R267d342cafaa4d19" /><Relationship Type="http://schemas.openxmlformats.org/officeDocument/2006/relationships/notesMaster" Target="/ppt/notesMasters/notesMaster1.xml" Id="R935c4e6952ff410e" /><Relationship Type="http://schemas.openxmlformats.org/officeDocument/2006/relationships/presProps" Target="/ppt/presProps.xml" Id="R531b5c76ba25447d" /><Relationship Type="http://schemas.openxmlformats.org/officeDocument/2006/relationships/tableStyles" Target="/ppt/tableStyles.xml" Id="Rc994ade9d3ad42cd" /><Relationship Type="http://schemas.openxmlformats.org/officeDocument/2006/relationships/slide" Target="/ppt/slides/slide1.xml" Id="Rf6f81e9999144e57" /><Relationship Type="http://schemas.openxmlformats.org/officeDocument/2006/relationships/slide" Target="/ppt/slides/slide2.xml" Id="R019dcd2818374a49" /><Relationship Type="http://schemas.openxmlformats.org/officeDocument/2006/relationships/slide" Target="/ppt/slides/slide3.xml" Id="Rc279a97c82824023" /><Relationship Type="http://schemas.openxmlformats.org/officeDocument/2006/relationships/slide" Target="/ppt/slides/slide4.xml" Id="Rd900bfa8f9df4d5c" /><Relationship Type="http://schemas.openxmlformats.org/officeDocument/2006/relationships/slide" Target="/ppt/slides/slide5.xml" Id="R936b9016072c48d9" /><Relationship Type="http://schemas.openxmlformats.org/officeDocument/2006/relationships/slide" Target="/ppt/slides/slide6.xml" Id="R7b57e506c3c748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d05d1b827849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c970e2b5d54b57" /><Relationship Type="http://schemas.openxmlformats.org/officeDocument/2006/relationships/notesMaster" Target="/ppt/notesMasters/notesMaster1.xml" Id="Red51d38cd20b4a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9491fd92f647cc" /><Relationship Type="http://schemas.openxmlformats.org/officeDocument/2006/relationships/notesMaster" Target="/ppt/notesMasters/notesMaster1.xml" Id="R74063f682f7f4b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af34e72a3f4287" /><Relationship Type="http://schemas.openxmlformats.org/officeDocument/2006/relationships/notesMaster" Target="/ppt/notesMasters/notesMaster1.xml" Id="R41be1dd7f7bb41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fdd89e97de4e73" /><Relationship Type="http://schemas.openxmlformats.org/officeDocument/2006/relationships/notesMaster" Target="/ppt/notesMasters/notesMaster1.xml" Id="R194098195d7b4e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1ebb8062394c37" /><Relationship Type="http://schemas.openxmlformats.org/officeDocument/2006/relationships/notesMaster" Target="/ppt/notesMasters/notesMaster1.xml" Id="R420f56afae914e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ca919bb6d84413" /><Relationship Type="http://schemas.openxmlformats.org/officeDocument/2006/relationships/notesMaster" Target="/ppt/notesMasters/notesMaster1.xml" Id="R367b24af06624d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https://github.com/Azizsekerdil/FrenchCourseAI/releases/tag/v1.1.1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81bc7a640d4f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23f60186794c12" /><Relationship Type="http://schemas.openxmlformats.org/officeDocument/2006/relationships/slideLayout" Target="/ppt/slideLayouts/slideLayout1.xml" Id="R03be0b00e6cd4e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be0b00e6cd4e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2c4023034415b" /><Relationship Type="http://schemas.openxmlformats.org/officeDocument/2006/relationships/image" Target="/ppt/media/image.png" Id="R0b9d273636204077" /><Relationship Type="http://schemas.openxmlformats.org/officeDocument/2006/relationships/notesSlide" Target="/ppt/notesSlides/notesSlide1.xml" Id="R6cec77ea355a4b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4bc572536448e" /><Relationship Type="http://schemas.openxmlformats.org/officeDocument/2006/relationships/image" Target="/ppt/media/image.jpeg" Id="R4c8c7e483e364b37" /><Relationship Type="http://schemas.openxmlformats.org/officeDocument/2006/relationships/notesSlide" Target="/ppt/notesSlides/notesSlide2.xml" Id="R25596471df394c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8d36f20fe44b1" /><Relationship Type="http://schemas.openxmlformats.org/officeDocument/2006/relationships/notesSlide" Target="/ppt/notesSlides/notesSlide3.xml" Id="Ra669cf6251e641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5f3cb0b3c4e76" /><Relationship Type="http://schemas.openxmlformats.org/officeDocument/2006/relationships/notesSlide" Target="/ppt/notesSlides/notesSlide4.xml" Id="R6acc823802774f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9206c82e240de" /><Relationship Type="http://schemas.openxmlformats.org/officeDocument/2006/relationships/notesSlide" Target="/ppt/notesSlides/notesSlide5.xml" Id="Rcb002a365d4e48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44ce381304660" /><Relationship Type="http://schemas.openxmlformats.org/officeDocument/2006/relationships/notesSlide" Target="/ppt/notesSlides/notesSlide6.xml" Id="R37b4e5445ddc42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6">
            <a:extLst xmlns:a="http://schemas.openxmlformats.org/drawingml/2006/main">
              <a:ext uri="{FF2B5EF4-FFF2-40B4-BE49-F238E27FC236}">
                <a16:creationId xmlns:a16="http://schemas.microsoft.com/office/drawing/2014/main" id="{6D5CE4F0-5AC0-41B0-9ECD-C4322167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3C33AF64-DCA5-42F0-B902-9C126EB2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5207D1BF-7839-405E-BDDF-3DB6770C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35187BB4-E2A4-429E-B3F8-EBD9385F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8AE65BC9-56D1-4F82-A3FF-B9425BFC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3419C497-7425-4FFC-A34E-488B994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23F43529-8645-4519-B62F-050D5CF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54348D43-8ECE-451C-B62E-D7E5FE51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3E21F5EB-D106-4123-A19C-BA4CB126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5">
            <a:extLst xmlns:a="http://schemas.openxmlformats.org/drawingml/2006/main">
              <a:ext uri="{FF2B5EF4-FFF2-40B4-BE49-F238E27FC236}">
                <a16:creationId xmlns:a16="http://schemas.microsoft.com/office/drawing/2014/main" id="{443116B5-340A-444F-8724-E2821E47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d273636204077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59DEDC90-6A31-4617-AD34-5C4C6D19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8908542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7">
            <a:extLst xmlns:a="http://schemas.openxmlformats.org/drawingml/2006/main">
              <a:ext uri="{FF2B5EF4-FFF2-40B4-BE49-F238E27FC236}">
                <a16:creationId xmlns:a16="http://schemas.microsoft.com/office/drawing/2014/main" id="{495A112D-0420-4CDA-89B5-62C0AC29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B3CF1A6C-EED9-4771-85DD-28FF516C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FA3F81AB-CC4D-4557-9E58-4CCF768D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43AED079-E87C-480F-8104-710216AA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11">
            <a:extLst xmlns:a="http://schemas.openxmlformats.org/drawingml/2006/main">
              <a:ext uri="{FF2B5EF4-FFF2-40B4-BE49-F238E27FC236}">
                <a16:creationId xmlns:a16="http://schemas.microsoft.com/office/drawing/2014/main" id="{E5FDABC9-0809-4874-8585-DCF0C761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12">
            <a:extLst xmlns:a="http://schemas.openxmlformats.org/drawingml/2006/main">
              <a:ext uri="{FF2B5EF4-FFF2-40B4-BE49-F238E27FC236}">
                <a16:creationId xmlns:a16="http://schemas.microsoft.com/office/drawing/2014/main" id="{EDCA7B2E-7ABA-4051-9EDA-E2A8EFFA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3">
            <a:extLst xmlns:a="http://schemas.openxmlformats.org/drawingml/2006/main">
              <a:ext uri="{FF2B5EF4-FFF2-40B4-BE49-F238E27FC236}">
                <a16:creationId xmlns:a16="http://schemas.microsoft.com/office/drawing/2014/main" id="{1511EB5C-9FE4-47B6-88E3-3719A26F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276539D4-EE2B-4C9E-B5DA-E815AD2F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espaces relient révision, vocabulaire, dictionnaire bilingue FR-EN, examen, grammaire et pratique dans un atelier Windows cohérent.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36E7D4FD-F24D-4968-A7D5-197DA072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F2EBFA4B-031B-4CDD-B1ED-B3023A22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7">
            <a:extLst xmlns:a="http://schemas.openxmlformats.org/drawingml/2006/main">
              <a:ext uri="{FF2B5EF4-FFF2-40B4-BE49-F238E27FC236}">
                <a16:creationId xmlns:a16="http://schemas.microsoft.com/office/drawing/2014/main" id="{D290AB1D-97F2-4209-8840-F4C293E3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c7e483e364b37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8">
            <a:extLst xmlns:a="http://schemas.openxmlformats.org/drawingml/2006/main">
              <a:ext uri="{FF2B5EF4-FFF2-40B4-BE49-F238E27FC236}">
                <a16:creationId xmlns:a16="http://schemas.microsoft.com/office/drawing/2014/main" id="{487155F7-6E4E-4392-8401-621A5488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855115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9">
            <a:extLst xmlns:a="http://schemas.openxmlformats.org/drawingml/2006/main">
              <a:ext uri="{FF2B5EF4-FFF2-40B4-BE49-F238E27FC236}">
                <a16:creationId xmlns:a16="http://schemas.microsoft.com/office/drawing/2014/main" id="{80F5DC22-6915-49C9-87AB-A5CDAC98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11FF9FB3-741D-44B0-8A2E-86EBAB4E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7A782BF5-EB0C-433F-862F-C8D965FD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72923761-A1B5-4938-937A-84BB87DD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A9667ED5-B427-45A1-97CC-669CFD3C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4">
            <a:extLst xmlns:a="http://schemas.openxmlformats.org/drawingml/2006/main">
              <a:ext uri="{FF2B5EF4-FFF2-40B4-BE49-F238E27FC236}">
                <a16:creationId xmlns:a16="http://schemas.microsoft.com/office/drawing/2014/main" id="{5A90C5D6-A375-46C6-A0FD-E6A64615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5">
            <a:extLst xmlns:a="http://schemas.openxmlformats.org/drawingml/2006/main">
              <a:ext uri="{FF2B5EF4-FFF2-40B4-BE49-F238E27FC236}">
                <a16:creationId xmlns:a16="http://schemas.microsoft.com/office/drawing/2014/main" id="{399BFACB-997D-43F8-A96B-9CE2E84B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6">
            <a:extLst xmlns:a="http://schemas.openxmlformats.org/drawingml/2006/main">
              <a:ext uri="{FF2B5EF4-FFF2-40B4-BE49-F238E27FC236}">
                <a16:creationId xmlns:a16="http://schemas.microsoft.com/office/drawing/2014/main" id="{E73A0767-F875-484D-A1D6-CC5417F3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7">
            <a:extLst xmlns:a="http://schemas.openxmlformats.org/drawingml/2006/main">
              <a:ext uri="{FF2B5EF4-FFF2-40B4-BE49-F238E27FC236}">
                <a16:creationId xmlns:a16="http://schemas.microsoft.com/office/drawing/2014/main" id="{FFEAACFA-F8E2-4834-8CF2-675C7771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8">
            <a:extLst xmlns:a="http://schemas.openxmlformats.org/drawingml/2006/main">
              <a:ext uri="{FF2B5EF4-FFF2-40B4-BE49-F238E27FC236}">
                <a16:creationId xmlns:a16="http://schemas.microsoft.com/office/drawing/2014/main" id="{84CAADAC-49E7-4E43-A603-367A60BF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9">
            <a:extLst xmlns:a="http://schemas.openxmlformats.org/drawingml/2006/main">
              <a:ext uri="{FF2B5EF4-FFF2-40B4-BE49-F238E27FC236}">
                <a16:creationId xmlns:a16="http://schemas.microsoft.com/office/drawing/2014/main" id="{0FD066ED-6CBF-4B1A-B046-27B0D4EC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30">
            <a:extLst xmlns:a="http://schemas.openxmlformats.org/drawingml/2006/main">
              <a:ext uri="{FF2B5EF4-FFF2-40B4-BE49-F238E27FC236}">
                <a16:creationId xmlns:a16="http://schemas.microsoft.com/office/drawing/2014/main" id="{5BEDDEA5-1548-467D-88FB-AFDE2F5B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31">
            <a:extLst xmlns:a="http://schemas.openxmlformats.org/drawingml/2006/main">
              <a:ext uri="{FF2B5EF4-FFF2-40B4-BE49-F238E27FC236}">
                <a16:creationId xmlns:a16="http://schemas.microsoft.com/office/drawing/2014/main" id="{F607A1EE-2A07-4A30-870A-4702D16E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a 1,210-entry FR-EN dictionary, strict accented answers, exams, favorites and mistakes share one SQLite record.</a:t>
            </a:r>
          </a:p>
        </p:txBody>
      </p:sp>
      <p:sp>
        <p:nvSpPr>
          <p:cNvPr id="14" name="text-132">
            <a:extLst xmlns:a="http://schemas.openxmlformats.org/drawingml/2006/main">
              <a:ext uri="{FF2B5EF4-FFF2-40B4-BE49-F238E27FC236}">
                <a16:creationId xmlns:a16="http://schemas.microsoft.com/office/drawing/2014/main" id="{09955BC1-D1B4-43E4-A21C-CDCA4F5D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3">
            <a:extLst xmlns:a="http://schemas.openxmlformats.org/drawingml/2006/main">
              <a:ext uri="{FF2B5EF4-FFF2-40B4-BE49-F238E27FC236}">
                <a16:creationId xmlns:a16="http://schemas.microsoft.com/office/drawing/2014/main" id="{BF5D0A72-1FBA-4BA2-B155-B0FDB20B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4">
            <a:extLst xmlns:a="http://schemas.openxmlformats.org/drawingml/2006/main">
              <a:ext uri="{FF2B5EF4-FFF2-40B4-BE49-F238E27FC236}">
                <a16:creationId xmlns:a16="http://schemas.microsoft.com/office/drawing/2014/main" id="{FE08AE18-C63C-4D1C-A992-53F94EC7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5">
            <a:extLst xmlns:a="http://schemas.openxmlformats.org/drawingml/2006/main">
              <a:ext uri="{FF2B5EF4-FFF2-40B4-BE49-F238E27FC236}">
                <a16:creationId xmlns:a16="http://schemas.microsoft.com/office/drawing/2014/main" id="{A732AEFF-3BB4-4B1D-912A-477F4BEB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6">
            <a:extLst xmlns:a="http://schemas.openxmlformats.org/drawingml/2006/main">
              <a:ext uri="{FF2B5EF4-FFF2-40B4-BE49-F238E27FC236}">
                <a16:creationId xmlns:a16="http://schemas.microsoft.com/office/drawing/2014/main" id="{78B07E1A-B5B8-4117-8B62-3891DDD8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583962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7">
            <a:extLst xmlns:a="http://schemas.openxmlformats.org/drawingml/2006/main">
              <a:ext uri="{FF2B5EF4-FFF2-40B4-BE49-F238E27FC236}">
                <a16:creationId xmlns:a16="http://schemas.microsoft.com/office/drawing/2014/main" id="{7BC867AD-0C9C-4AAF-9DAB-CB668C13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8">
            <a:extLst xmlns:a="http://schemas.openxmlformats.org/drawingml/2006/main">
              <a:ext uri="{FF2B5EF4-FFF2-40B4-BE49-F238E27FC236}">
                <a16:creationId xmlns:a16="http://schemas.microsoft.com/office/drawing/2014/main" id="{971E420E-117F-4290-8F80-387D57C7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F94D1225-6047-4283-B855-6CFABBB1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B918996D-BC32-4299-8BDC-0DF38439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35C52C14-5019-4158-AF94-DC462052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42">
            <a:extLst xmlns:a="http://schemas.openxmlformats.org/drawingml/2006/main">
              <a:ext uri="{FF2B5EF4-FFF2-40B4-BE49-F238E27FC236}">
                <a16:creationId xmlns:a16="http://schemas.microsoft.com/office/drawing/2014/main" id="{6D743BEA-945E-4F40-A5A9-560513A7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3D170E07-4423-45AB-B412-CBE10567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85D22619-1727-435A-BA6B-B6DFB95B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5">
            <a:extLst xmlns:a="http://schemas.openxmlformats.org/drawingml/2006/main">
              <a:ext uri="{FF2B5EF4-FFF2-40B4-BE49-F238E27FC236}">
                <a16:creationId xmlns:a16="http://schemas.microsoft.com/office/drawing/2014/main" id="{2293B403-6F27-4F0D-A8E2-B856A571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1FC9A800-57D1-480A-9CD3-C066D2C4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D398264A-A3B0-42A9-9205-B792E77C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8">
            <a:extLst xmlns:a="http://schemas.openxmlformats.org/drawingml/2006/main">
              <a:ext uri="{FF2B5EF4-FFF2-40B4-BE49-F238E27FC236}">
                <a16:creationId xmlns:a16="http://schemas.microsoft.com/office/drawing/2014/main" id="{94F5350D-27CB-460D-98B4-36DC8737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BA5B28FC-7950-4865-8E49-B2CF7887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DEEB3A82-479A-433E-85E0-730B969C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51">
            <a:extLst xmlns:a="http://schemas.openxmlformats.org/drawingml/2006/main">
              <a:ext uri="{FF2B5EF4-FFF2-40B4-BE49-F238E27FC236}">
                <a16:creationId xmlns:a16="http://schemas.microsoft.com/office/drawing/2014/main" id="{1B99466E-E765-4E46-8EDB-9A116C17C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8E5C544F-92D6-4B67-A1BE-7CE4A5F4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yeux → l’œil (m)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00CD5CEC-614A-4214-B326-F4F548B5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düzensiz çoğulu çözer · dictionary resolves irregular plurals · le dictionnaire retrouve le singulier</a:t>
            </a:r>
          </a:p>
        </p:txBody>
      </p:sp>
    </p:spTree>
    <p:extLst>
      <p:ext uri="{BB962C8B-B14F-4D97-AF65-F5344CB8AC3E}">
        <p14:creationId xmlns:p14="http://schemas.microsoft.com/office/powerpoint/2010/main" val="11013915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4">
            <a:extLst xmlns:a="http://schemas.openxmlformats.org/drawingml/2006/main">
              <a:ext uri="{FF2B5EF4-FFF2-40B4-BE49-F238E27FC236}">
                <a16:creationId xmlns:a16="http://schemas.microsoft.com/office/drawing/2014/main" id="{A2694C25-BF2A-4C7C-ABBB-D6659608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5">
            <a:extLst xmlns:a="http://schemas.openxmlformats.org/drawingml/2006/main">
              <a:ext uri="{FF2B5EF4-FFF2-40B4-BE49-F238E27FC236}">
                <a16:creationId xmlns:a16="http://schemas.microsoft.com/office/drawing/2014/main" id="{9D7BF190-ED76-4CAF-9D9F-799B3791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6">
            <a:extLst xmlns:a="http://schemas.openxmlformats.org/drawingml/2006/main">
              <a:ext uri="{FF2B5EF4-FFF2-40B4-BE49-F238E27FC236}">
                <a16:creationId xmlns:a16="http://schemas.microsoft.com/office/drawing/2014/main" id="{033DE3FA-B32E-43A4-A577-648CCACE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F89BD8C9-65A1-4ABA-9313-09856E5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8">
            <a:extLst xmlns:a="http://schemas.openxmlformats.org/drawingml/2006/main">
              <a:ext uri="{FF2B5EF4-FFF2-40B4-BE49-F238E27FC236}">
                <a16:creationId xmlns:a16="http://schemas.microsoft.com/office/drawing/2014/main" id="{989CCBB7-97B9-4880-8587-BD960C1F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9">
            <a:extLst xmlns:a="http://schemas.openxmlformats.org/drawingml/2006/main">
              <a:ext uri="{FF2B5EF4-FFF2-40B4-BE49-F238E27FC236}">
                <a16:creationId xmlns:a16="http://schemas.microsoft.com/office/drawing/2014/main" id="{38F3EDFE-6744-44AD-A8AD-2DAE0EBE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60">
            <a:extLst xmlns:a="http://schemas.openxmlformats.org/drawingml/2006/main">
              <a:ext uri="{FF2B5EF4-FFF2-40B4-BE49-F238E27FC236}">
                <a16:creationId xmlns:a16="http://schemas.microsoft.com/office/drawing/2014/main" id="{23A193E1-C1E4-426C-B1B4-F21F9732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AD53C560-38C5-45F4-BB20-CC63B85E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82B920FA-C8C9-4A7A-AF7C-FCF3F269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3">
            <a:extLst xmlns:a="http://schemas.openxmlformats.org/drawingml/2006/main">
              <a:ext uri="{FF2B5EF4-FFF2-40B4-BE49-F238E27FC236}">
                <a16:creationId xmlns:a16="http://schemas.microsoft.com/office/drawing/2014/main" id="{8CD6B89A-1EF0-458B-955C-28D1DD23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4">
            <a:extLst xmlns:a="http://schemas.openxmlformats.org/drawingml/2006/main">
              <a:ext uri="{FF2B5EF4-FFF2-40B4-BE49-F238E27FC236}">
                <a16:creationId xmlns:a16="http://schemas.microsoft.com/office/drawing/2014/main" id="{5D0F53A3-D562-4AD2-863E-E49CBFEC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5">
            <a:extLst xmlns:a="http://schemas.openxmlformats.org/drawingml/2006/main">
              <a:ext uri="{FF2B5EF4-FFF2-40B4-BE49-F238E27FC236}">
                <a16:creationId xmlns:a16="http://schemas.microsoft.com/office/drawing/2014/main" id="{FFDA49E4-B7FB-4074-99EC-E31A2BDE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6">
            <a:extLst xmlns:a="http://schemas.openxmlformats.org/drawingml/2006/main">
              <a:ext uri="{FF2B5EF4-FFF2-40B4-BE49-F238E27FC236}">
                <a16:creationId xmlns:a16="http://schemas.microsoft.com/office/drawing/2014/main" id="{2F9BE5B7-E307-484F-8AE0-AAC149D9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167">
            <a:extLst xmlns:a="http://schemas.openxmlformats.org/drawingml/2006/main">
              <a:ext uri="{FF2B5EF4-FFF2-40B4-BE49-F238E27FC236}">
                <a16:creationId xmlns:a16="http://schemas.microsoft.com/office/drawing/2014/main" id="{2613D64D-57F0-4C43-B5AA-785D4528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168">
            <a:extLst xmlns:a="http://schemas.openxmlformats.org/drawingml/2006/main">
              <a:ext uri="{FF2B5EF4-FFF2-40B4-BE49-F238E27FC236}">
                <a16:creationId xmlns:a16="http://schemas.microsoft.com/office/drawing/2014/main" id="{52A90B35-29FE-4B6C-8BC8-2F22D641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">
            <a:extLst xmlns:a="http://schemas.openxmlformats.org/drawingml/2006/main">
              <a:ext uri="{FF2B5EF4-FFF2-40B4-BE49-F238E27FC236}">
                <a16:creationId xmlns:a16="http://schemas.microsoft.com/office/drawing/2014/main" id="{C86A5D85-0820-4849-B820-F6046A38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70">
            <a:extLst xmlns:a="http://schemas.openxmlformats.org/drawingml/2006/main">
              <a:ext uri="{FF2B5EF4-FFF2-40B4-BE49-F238E27FC236}">
                <a16:creationId xmlns:a16="http://schemas.microsoft.com/office/drawing/2014/main" id="{F981E8E3-3B29-4F91-B969-835C469A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71">
            <a:extLst xmlns:a="http://schemas.openxmlformats.org/drawingml/2006/main">
              <a:ext uri="{FF2B5EF4-FFF2-40B4-BE49-F238E27FC236}">
                <a16:creationId xmlns:a16="http://schemas.microsoft.com/office/drawing/2014/main" id="{642BBC0B-9D09-4CDC-B449-EF4A410D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72">
            <a:extLst xmlns:a="http://schemas.openxmlformats.org/drawingml/2006/main">
              <a:ext uri="{FF2B5EF4-FFF2-40B4-BE49-F238E27FC236}">
                <a16:creationId xmlns:a16="http://schemas.microsoft.com/office/drawing/2014/main" id="{47BEDF10-B5FA-4FD9-8C0E-3081995A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3">
            <a:extLst xmlns:a="http://schemas.openxmlformats.org/drawingml/2006/main">
              <a:ext uri="{FF2B5EF4-FFF2-40B4-BE49-F238E27FC236}">
                <a16:creationId xmlns:a16="http://schemas.microsoft.com/office/drawing/2014/main" id="{C0174AED-58FD-40B3-9C16-9758D2F3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1505065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74">
            <a:extLst xmlns:a="http://schemas.openxmlformats.org/drawingml/2006/main">
              <a:ext uri="{FF2B5EF4-FFF2-40B4-BE49-F238E27FC236}">
                <a16:creationId xmlns:a16="http://schemas.microsoft.com/office/drawing/2014/main" id="{8884ED1E-2624-4FBD-8CF3-117D41F5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5">
            <a:extLst xmlns:a="http://schemas.openxmlformats.org/drawingml/2006/main">
              <a:ext uri="{FF2B5EF4-FFF2-40B4-BE49-F238E27FC236}">
                <a16:creationId xmlns:a16="http://schemas.microsoft.com/office/drawing/2014/main" id="{2C842D71-3E9E-444A-A09A-1948BDDA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6">
            <a:extLst xmlns:a="http://schemas.openxmlformats.org/drawingml/2006/main">
              <a:ext uri="{FF2B5EF4-FFF2-40B4-BE49-F238E27FC236}">
                <a16:creationId xmlns:a16="http://schemas.microsoft.com/office/drawing/2014/main" id="{19AD03AB-9EC5-4B7A-82F6-8BD58AAC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7">
            <a:extLst xmlns:a="http://schemas.openxmlformats.org/drawingml/2006/main">
              <a:ext uri="{FF2B5EF4-FFF2-40B4-BE49-F238E27FC236}">
                <a16:creationId xmlns:a16="http://schemas.microsoft.com/office/drawing/2014/main" id="{979EE7BF-3726-4738-9A47-989DBCBA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8">
            <a:extLst xmlns:a="http://schemas.openxmlformats.org/drawingml/2006/main">
              <a:ext uri="{FF2B5EF4-FFF2-40B4-BE49-F238E27FC236}">
                <a16:creationId xmlns:a16="http://schemas.microsoft.com/office/drawing/2014/main" id="{FF04E97E-40BF-4A8B-BE18-ABC4D2C8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9">
            <a:extLst xmlns:a="http://schemas.openxmlformats.org/drawingml/2006/main">
              <a:ext uri="{FF2B5EF4-FFF2-40B4-BE49-F238E27FC236}">
                <a16:creationId xmlns:a16="http://schemas.microsoft.com/office/drawing/2014/main" id="{0B52263F-53B9-4442-9390-09B62BA2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80">
            <a:extLst xmlns:a="http://schemas.openxmlformats.org/drawingml/2006/main">
              <a:ext uri="{FF2B5EF4-FFF2-40B4-BE49-F238E27FC236}">
                <a16:creationId xmlns:a16="http://schemas.microsoft.com/office/drawing/2014/main" id="{67F18CE7-BA50-4EE2-909A-07EA765A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81">
            <a:extLst xmlns:a="http://schemas.openxmlformats.org/drawingml/2006/main">
              <a:ext uri="{FF2B5EF4-FFF2-40B4-BE49-F238E27FC236}">
                <a16:creationId xmlns:a16="http://schemas.microsoft.com/office/drawing/2014/main" id="{DAC236D4-EBC1-4944-97ED-E693F73A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68 / 68</a:t>
            </a:r>
          </a:p>
        </p:txBody>
      </p:sp>
      <p:sp>
        <p:nvSpPr>
          <p:cNvPr id="9" name="text-182">
            <a:extLst xmlns:a="http://schemas.openxmlformats.org/drawingml/2006/main">
              <a:ext uri="{FF2B5EF4-FFF2-40B4-BE49-F238E27FC236}">
                <a16:creationId xmlns:a16="http://schemas.microsoft.com/office/drawing/2014/main" id="{D7DE910B-FDF2-4463-8ADD-9D1ABE64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183">
            <a:extLst xmlns:a="http://schemas.openxmlformats.org/drawingml/2006/main">
              <a:ext uri="{FF2B5EF4-FFF2-40B4-BE49-F238E27FC236}">
                <a16:creationId xmlns:a16="http://schemas.microsoft.com/office/drawing/2014/main" id="{2CC183CA-DAD4-456D-8AC0-A8365F22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4">
            <a:extLst xmlns:a="http://schemas.openxmlformats.org/drawingml/2006/main">
              <a:ext uri="{FF2B5EF4-FFF2-40B4-BE49-F238E27FC236}">
                <a16:creationId xmlns:a16="http://schemas.microsoft.com/office/drawing/2014/main" id="{A0A536D7-FFBC-4B20-A013-D75D1F99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5">
            <a:extLst xmlns:a="http://schemas.openxmlformats.org/drawingml/2006/main">
              <a:ext uri="{FF2B5EF4-FFF2-40B4-BE49-F238E27FC236}">
                <a16:creationId xmlns:a16="http://schemas.microsoft.com/office/drawing/2014/main" id="{5D99C3F2-B67B-4981-B5CA-357A06D9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6">
            <a:extLst xmlns:a="http://schemas.openxmlformats.org/drawingml/2006/main">
              <a:ext uri="{FF2B5EF4-FFF2-40B4-BE49-F238E27FC236}">
                <a16:creationId xmlns:a16="http://schemas.microsoft.com/office/drawing/2014/main" id="{00FCDBB3-BEE0-4CE0-A8CF-5D1410B1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7">
            <a:extLst xmlns:a="http://schemas.openxmlformats.org/drawingml/2006/main">
              <a:ext uri="{FF2B5EF4-FFF2-40B4-BE49-F238E27FC236}">
                <a16:creationId xmlns:a16="http://schemas.microsoft.com/office/drawing/2014/main" id="{B6F694B4-DFBA-41B9-9AD2-4576D064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188">
            <a:extLst xmlns:a="http://schemas.openxmlformats.org/drawingml/2006/main">
              <a:ext uri="{FF2B5EF4-FFF2-40B4-BE49-F238E27FC236}">
                <a16:creationId xmlns:a16="http://schemas.microsoft.com/office/drawing/2014/main" id="{D6CEDB6C-55BF-4ECB-BB2B-D007E0B1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(v1.1.1) · (özel repo)</a:t>
            </a:r>
          </a:p>
        </p:txBody>
      </p:sp>
      <p:sp>
        <p:nvSpPr>
          <p:cNvPr id="16" name="text-189">
            <a:extLst xmlns:a="http://schemas.openxmlformats.org/drawingml/2006/main">
              <a:ext uri="{FF2B5EF4-FFF2-40B4-BE49-F238E27FC236}">
                <a16:creationId xmlns:a16="http://schemas.microsoft.com/office/drawing/2014/main" id="{90C595AD-C4B1-475F-A3F5-40F62155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(v1.1.1)</a:t>
            </a:r>
          </a:p>
        </p:txBody>
      </p:sp>
      <p:sp>
        <p:nvSpPr>
          <p:cNvPr id="17" name="text-190">
            <a:extLst xmlns:a="http://schemas.openxmlformats.org/drawingml/2006/main">
              <a:ext uri="{FF2B5EF4-FFF2-40B4-BE49-F238E27FC236}">
                <a16:creationId xmlns:a16="http://schemas.microsoft.com/office/drawing/2014/main" id="{329A84B0-4595-4686-AADA-B620AB1C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537961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2026-09-06T08:56:43.0600000Z</dcterms:created>
  <dcterms:modified xsi:type="dcterms:W3CDTF">2026-09-06T08:56:43.0600000Z</dcterms:modified>
</coreProperties>
</file>