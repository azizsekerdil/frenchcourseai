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aa4a2eab064e7e" /><Relationship Type="http://schemas.openxmlformats.org/officeDocument/2006/relationships/extended-properties" Target="/docProps/app.xml" Id="Rab588039c3fb44b7" /><Relationship Type="http://schemas.openxmlformats.org/officeDocument/2006/relationships/officeDocument" Target="/ppt/presentation.xml" Id="Rb6b5366f5f5e4e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8a7a852b0248f4"/>
  </p:sldMasterIdLst>
  <p:notesMasterIdLst>
    <p:notesMasterId xmlns:r="http://schemas.openxmlformats.org/officeDocument/2006/relationships" r:id="R52316acd1f3d4259"/>
  </p:notesMasterIdLst>
  <p:sldIdLst>
    <p:sldId xmlns:r="http://schemas.openxmlformats.org/officeDocument/2006/relationships" id="256" r:id="R9a0e630ba4724386"/>
    <p:sldId xmlns:r="http://schemas.openxmlformats.org/officeDocument/2006/relationships" id="257" r:id="R3f58a6c03f624fdc"/>
    <p:sldId xmlns:r="http://schemas.openxmlformats.org/officeDocument/2006/relationships" id="258" r:id="Rbd541fd432e34552"/>
    <p:sldId xmlns:r="http://schemas.openxmlformats.org/officeDocument/2006/relationships" id="259" r:id="R14bc54267b38482b"/>
    <p:sldId xmlns:r="http://schemas.openxmlformats.org/officeDocument/2006/relationships" id="260" r:id="R976b6544eca749cb"/>
    <p:sldId xmlns:r="http://schemas.openxmlformats.org/officeDocument/2006/relationships" id="261" r:id="R6ac2e06f3ace4f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0c7524c0604062" /><Relationship Type="http://schemas.openxmlformats.org/officeDocument/2006/relationships/slideMaster" Target="/ppt/slideMasters/slideMaster1.xml" Id="R858a7a852b0248f4" /><Relationship Type="http://schemas.openxmlformats.org/officeDocument/2006/relationships/notesMaster" Target="/ppt/notesMasters/notesMaster1.xml" Id="R52316acd1f3d4259" /><Relationship Type="http://schemas.openxmlformats.org/officeDocument/2006/relationships/presProps" Target="/ppt/presProps.xml" Id="Rf7ecf0117443418d" /><Relationship Type="http://schemas.openxmlformats.org/officeDocument/2006/relationships/tableStyles" Target="/ppt/tableStyles.xml" Id="R1e95ea2bf0aa4c89" /><Relationship Type="http://schemas.openxmlformats.org/officeDocument/2006/relationships/slide" Target="/ppt/slides/slide1.xml" Id="R9a0e630ba4724386" /><Relationship Type="http://schemas.openxmlformats.org/officeDocument/2006/relationships/slide" Target="/ppt/slides/slide2.xml" Id="R3f58a6c03f624fdc" /><Relationship Type="http://schemas.openxmlformats.org/officeDocument/2006/relationships/slide" Target="/ppt/slides/slide3.xml" Id="Rbd541fd432e34552" /><Relationship Type="http://schemas.openxmlformats.org/officeDocument/2006/relationships/slide" Target="/ppt/slides/slide4.xml" Id="R14bc54267b38482b" /><Relationship Type="http://schemas.openxmlformats.org/officeDocument/2006/relationships/slide" Target="/ppt/slides/slide5.xml" Id="R976b6544eca749cb" /><Relationship Type="http://schemas.openxmlformats.org/officeDocument/2006/relationships/slide" Target="/ppt/slides/slide6.xml" Id="R6ac2e06f3ace4f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1a01a20ae34f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42144f8cb442ca" /><Relationship Type="http://schemas.openxmlformats.org/officeDocument/2006/relationships/notesMaster" Target="/ppt/notesMasters/notesMaster1.xml" Id="Rcc1406ab654e48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72c9f7a80c4c4a" /><Relationship Type="http://schemas.openxmlformats.org/officeDocument/2006/relationships/notesMaster" Target="/ppt/notesMasters/notesMaster1.xml" Id="R198dde26b6634b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837089bbb44f0f" /><Relationship Type="http://schemas.openxmlformats.org/officeDocument/2006/relationships/notesMaster" Target="/ppt/notesMasters/notesMaster1.xml" Id="R1b26dc3972f64f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71abcf76334746" /><Relationship Type="http://schemas.openxmlformats.org/officeDocument/2006/relationships/notesMaster" Target="/ppt/notesMasters/notesMaster1.xml" Id="Rc36db386e9504e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074ccd27ec41e7" /><Relationship Type="http://schemas.openxmlformats.org/officeDocument/2006/relationships/notesMaster" Target="/ppt/notesMasters/notesMaster1.xml" Id="R8955ffa0ebb340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90e0034b534e22" /><Relationship Type="http://schemas.openxmlformats.org/officeDocument/2006/relationships/notesMaster" Target="/ppt/notesMasters/notesMaster1.xml" Id="Rffc6563ecf084f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https://github.com/Azizsekerdil/FrenchCourseAI/releases/tag/v1.1.2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241531075447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389e9f70f84967" /><Relationship Type="http://schemas.openxmlformats.org/officeDocument/2006/relationships/slideLayout" Target="/ppt/slideLayouts/slideLayout1.xml" Id="Rd6304f18c6b442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304f18c6b442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ac4225a824c21" /><Relationship Type="http://schemas.openxmlformats.org/officeDocument/2006/relationships/image" Target="/ppt/media/image.png" Id="Re56a210efca84873" /><Relationship Type="http://schemas.openxmlformats.org/officeDocument/2006/relationships/notesSlide" Target="/ppt/notesSlides/notesSlide1.xml" Id="Rbc13d1c5b36243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8c9e33f414b6e" /><Relationship Type="http://schemas.openxmlformats.org/officeDocument/2006/relationships/image" Target="/ppt/media/image.jpeg" Id="R3e306e966af14cbd" /><Relationship Type="http://schemas.openxmlformats.org/officeDocument/2006/relationships/notesSlide" Target="/ppt/notesSlides/notesSlide2.xml" Id="R332ab7b7ed4e42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5ed56ee4345c0" /><Relationship Type="http://schemas.openxmlformats.org/officeDocument/2006/relationships/notesSlide" Target="/ppt/notesSlides/notesSlide3.xml" Id="Rcdab35e7710e4a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d968ded28460d" /><Relationship Type="http://schemas.openxmlformats.org/officeDocument/2006/relationships/notesSlide" Target="/ppt/notesSlides/notesSlide4.xml" Id="R027bebd859c34f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9e2d5a32e4006" /><Relationship Type="http://schemas.openxmlformats.org/officeDocument/2006/relationships/notesSlide" Target="/ppt/notesSlides/notesSlide5.xml" Id="R26846d0690eb44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a936c18844c05" /><Relationship Type="http://schemas.openxmlformats.org/officeDocument/2006/relationships/notesSlide" Target="/ppt/notesSlides/notesSlide6.xml" Id="R5618386b797945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6">
            <a:extLst xmlns:a="http://schemas.openxmlformats.org/drawingml/2006/main">
              <a:ext uri="{FF2B5EF4-FFF2-40B4-BE49-F238E27FC236}">
                <a16:creationId xmlns:a16="http://schemas.microsoft.com/office/drawing/2014/main" id="{659231FC-90EE-44F5-A438-8E9D1EC9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682CB357-B419-4104-A112-13F7549F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CCB917A1-41A0-411B-962B-BF200533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4EE4AC98-81EA-4FA3-A42D-8E32A659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52C4F760-6050-4BFB-A9D3-05C73A1F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3D14FD1F-3EE8-4FE0-BEB1-0F714379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F22EEA0E-A2D0-4CCB-A9DD-795F11C8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820147D4-6555-422A-8C46-C8FF5D77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A42412D5-6ED9-47D9-852C-3C54FF6E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5">
            <a:extLst xmlns:a="http://schemas.openxmlformats.org/drawingml/2006/main">
              <a:ext uri="{FF2B5EF4-FFF2-40B4-BE49-F238E27FC236}">
                <a16:creationId xmlns:a16="http://schemas.microsoft.com/office/drawing/2014/main" id="{2D9635B5-30FB-4440-AA6B-0B982FAD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a210efca84873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A611FF8D-8B50-47FF-806A-2B861BB6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11537273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7">
            <a:extLst xmlns:a="http://schemas.openxmlformats.org/drawingml/2006/main">
              <a:ext uri="{FF2B5EF4-FFF2-40B4-BE49-F238E27FC236}">
                <a16:creationId xmlns:a16="http://schemas.microsoft.com/office/drawing/2014/main" id="{C9CCFE9D-6B2D-4B48-89E4-078453BC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463FA626-65C6-4ABE-AA6F-FC62B300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F7F24C49-BBCB-4B07-892B-D053E8AD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921AC716-DD37-4B64-B7C9-F58FD103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11">
            <a:extLst xmlns:a="http://schemas.openxmlformats.org/drawingml/2006/main">
              <a:ext uri="{FF2B5EF4-FFF2-40B4-BE49-F238E27FC236}">
                <a16:creationId xmlns:a16="http://schemas.microsoft.com/office/drawing/2014/main" id="{FDE4CC3D-C5C9-43E5-B4D9-11849E8A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12">
            <a:extLst xmlns:a="http://schemas.openxmlformats.org/drawingml/2006/main">
              <a:ext uri="{FF2B5EF4-FFF2-40B4-BE49-F238E27FC236}">
                <a16:creationId xmlns:a16="http://schemas.microsoft.com/office/drawing/2014/main" id="{6EA1B16A-9BEB-4ADC-9C6F-57F14BAD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3">
            <a:extLst xmlns:a="http://schemas.openxmlformats.org/drawingml/2006/main">
              <a:ext uri="{FF2B5EF4-FFF2-40B4-BE49-F238E27FC236}">
                <a16:creationId xmlns:a16="http://schemas.microsoft.com/office/drawing/2014/main" id="{B95B1C3A-F21A-4DBF-BFBD-2B4E4747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F855C02B-A0DE-4258-B49B-F97AF127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espaces relient révision, vocabulaire, dictionnaire bilingue FR-EN, examen, grammaire et pratique dans un atelier Windows cohérent.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8361A773-13B0-4D9C-BA7A-CBC84F12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27B5A3A9-705B-4BB5-A23D-F6601A07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7">
            <a:extLst xmlns:a="http://schemas.openxmlformats.org/drawingml/2006/main">
              <a:ext uri="{FF2B5EF4-FFF2-40B4-BE49-F238E27FC236}">
                <a16:creationId xmlns:a16="http://schemas.microsoft.com/office/drawing/2014/main" id="{AEAE9C2C-F48B-40C9-A667-96AAB80D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06e966af14cbd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8">
            <a:extLst xmlns:a="http://schemas.openxmlformats.org/drawingml/2006/main">
              <a:ext uri="{FF2B5EF4-FFF2-40B4-BE49-F238E27FC236}">
                <a16:creationId xmlns:a16="http://schemas.microsoft.com/office/drawing/2014/main" id="{52036F32-A3AB-4C8A-972F-CC19D680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2663419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9">
            <a:extLst xmlns:a="http://schemas.openxmlformats.org/drawingml/2006/main">
              <a:ext uri="{FF2B5EF4-FFF2-40B4-BE49-F238E27FC236}">
                <a16:creationId xmlns:a16="http://schemas.microsoft.com/office/drawing/2014/main" id="{DDFA347D-4FFA-4CAB-9862-0C5AE68B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EF840281-A6B4-4015-BBDB-7C0F2898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9608319E-A7D9-4876-9804-BD8D1F32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AD4FA21A-2E0C-4012-B405-369AD870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6E73251A-21E7-4DA4-8383-168B6380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4">
            <a:extLst xmlns:a="http://schemas.openxmlformats.org/drawingml/2006/main">
              <a:ext uri="{FF2B5EF4-FFF2-40B4-BE49-F238E27FC236}">
                <a16:creationId xmlns:a16="http://schemas.microsoft.com/office/drawing/2014/main" id="{5968340F-F5CD-4BAA-9FC2-FB7E33BF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5">
            <a:extLst xmlns:a="http://schemas.openxmlformats.org/drawingml/2006/main">
              <a:ext uri="{FF2B5EF4-FFF2-40B4-BE49-F238E27FC236}">
                <a16:creationId xmlns:a16="http://schemas.microsoft.com/office/drawing/2014/main" id="{8AB29EC7-E76D-4E78-9E13-A5125121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6">
            <a:extLst xmlns:a="http://schemas.openxmlformats.org/drawingml/2006/main">
              <a:ext uri="{FF2B5EF4-FFF2-40B4-BE49-F238E27FC236}">
                <a16:creationId xmlns:a16="http://schemas.microsoft.com/office/drawing/2014/main" id="{B3DB7247-DFA3-45ED-9D6E-9E3395CA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7">
            <a:extLst xmlns:a="http://schemas.openxmlformats.org/drawingml/2006/main">
              <a:ext uri="{FF2B5EF4-FFF2-40B4-BE49-F238E27FC236}">
                <a16:creationId xmlns:a16="http://schemas.microsoft.com/office/drawing/2014/main" id="{1D684FC0-A22D-464C-AFF3-20035F0C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8">
            <a:extLst xmlns:a="http://schemas.openxmlformats.org/drawingml/2006/main">
              <a:ext uri="{FF2B5EF4-FFF2-40B4-BE49-F238E27FC236}">
                <a16:creationId xmlns:a16="http://schemas.microsoft.com/office/drawing/2014/main" id="{C008757B-9E59-4512-A475-4CD90069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9">
            <a:extLst xmlns:a="http://schemas.openxmlformats.org/drawingml/2006/main">
              <a:ext uri="{FF2B5EF4-FFF2-40B4-BE49-F238E27FC236}">
                <a16:creationId xmlns:a16="http://schemas.microsoft.com/office/drawing/2014/main" id="{A2CF9BAC-632A-4E82-AD3C-A447BB57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30">
            <a:extLst xmlns:a="http://schemas.openxmlformats.org/drawingml/2006/main">
              <a:ext uri="{FF2B5EF4-FFF2-40B4-BE49-F238E27FC236}">
                <a16:creationId xmlns:a16="http://schemas.microsoft.com/office/drawing/2014/main" id="{E94B7CB2-FEA2-49D5-8E42-A1811997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31">
            <a:extLst xmlns:a="http://schemas.openxmlformats.org/drawingml/2006/main">
              <a:ext uri="{FF2B5EF4-FFF2-40B4-BE49-F238E27FC236}">
                <a16:creationId xmlns:a16="http://schemas.microsoft.com/office/drawing/2014/main" id="{973F7E6B-5516-4B03-BD2D-BE09AC0E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a 1,210-entry FR-EN dictionary, strict accented answers, exams, favorites and mistakes share one SQLite record.</a:t>
            </a:r>
          </a:p>
        </p:txBody>
      </p:sp>
      <p:sp>
        <p:nvSpPr>
          <p:cNvPr id="14" name="text-132">
            <a:extLst xmlns:a="http://schemas.openxmlformats.org/drawingml/2006/main">
              <a:ext uri="{FF2B5EF4-FFF2-40B4-BE49-F238E27FC236}">
                <a16:creationId xmlns:a16="http://schemas.microsoft.com/office/drawing/2014/main" id="{AAB00184-D789-4860-877E-B5F3B72F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3">
            <a:extLst xmlns:a="http://schemas.openxmlformats.org/drawingml/2006/main">
              <a:ext uri="{FF2B5EF4-FFF2-40B4-BE49-F238E27FC236}">
                <a16:creationId xmlns:a16="http://schemas.microsoft.com/office/drawing/2014/main" id="{E22EB908-294A-4E19-AE30-79BC46F6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4">
            <a:extLst xmlns:a="http://schemas.openxmlformats.org/drawingml/2006/main">
              <a:ext uri="{FF2B5EF4-FFF2-40B4-BE49-F238E27FC236}">
                <a16:creationId xmlns:a16="http://schemas.microsoft.com/office/drawing/2014/main" id="{96777C01-9A62-4A55-9DC5-84D3E262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5">
            <a:extLst xmlns:a="http://schemas.openxmlformats.org/drawingml/2006/main">
              <a:ext uri="{FF2B5EF4-FFF2-40B4-BE49-F238E27FC236}">
                <a16:creationId xmlns:a16="http://schemas.microsoft.com/office/drawing/2014/main" id="{C7545CC8-8673-469E-91E3-B9546E62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6">
            <a:extLst xmlns:a="http://schemas.openxmlformats.org/drawingml/2006/main">
              <a:ext uri="{FF2B5EF4-FFF2-40B4-BE49-F238E27FC236}">
                <a16:creationId xmlns:a16="http://schemas.microsoft.com/office/drawing/2014/main" id="{4D216BBC-5D01-43F9-BCB3-9BCA4578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4367922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7">
            <a:extLst xmlns:a="http://schemas.openxmlformats.org/drawingml/2006/main">
              <a:ext uri="{FF2B5EF4-FFF2-40B4-BE49-F238E27FC236}">
                <a16:creationId xmlns:a16="http://schemas.microsoft.com/office/drawing/2014/main" id="{7E422107-8DAC-49F8-A70D-451A310E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8">
            <a:extLst xmlns:a="http://schemas.openxmlformats.org/drawingml/2006/main">
              <a:ext uri="{FF2B5EF4-FFF2-40B4-BE49-F238E27FC236}">
                <a16:creationId xmlns:a16="http://schemas.microsoft.com/office/drawing/2014/main" id="{7BE6EDBD-FCF1-4807-A3B2-37C589A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0FAD770B-D91F-4705-ABB6-4A0C9773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36B9326B-A3D6-4E9D-8279-5F931476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6E8A3FEF-EBF5-4E82-971F-3F326E84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42">
            <a:extLst xmlns:a="http://schemas.openxmlformats.org/drawingml/2006/main">
              <a:ext uri="{FF2B5EF4-FFF2-40B4-BE49-F238E27FC236}">
                <a16:creationId xmlns:a16="http://schemas.microsoft.com/office/drawing/2014/main" id="{FCDA89D6-B8E5-41F7-8003-743C9D93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6DFDD8E5-3BF6-43F0-ABEB-A9DF0EB8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5BBF735A-53D4-4961-A2CA-EDDF2D9B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5">
            <a:extLst xmlns:a="http://schemas.openxmlformats.org/drawingml/2006/main">
              <a:ext uri="{FF2B5EF4-FFF2-40B4-BE49-F238E27FC236}">
                <a16:creationId xmlns:a16="http://schemas.microsoft.com/office/drawing/2014/main" id="{AD567E44-478B-4C83-8BD6-E6541E4F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D1CBDC21-8EF1-485F-9CE8-CDE6CA51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2245C38D-0754-43E9-88DE-B2A95999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8">
            <a:extLst xmlns:a="http://schemas.openxmlformats.org/drawingml/2006/main">
              <a:ext uri="{FF2B5EF4-FFF2-40B4-BE49-F238E27FC236}">
                <a16:creationId xmlns:a16="http://schemas.microsoft.com/office/drawing/2014/main" id="{B2708276-3B11-446F-8298-06C2986B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B2160CB6-1BAC-4136-A789-0DEF60E7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4530D738-F158-4697-829A-17CC8B93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51">
            <a:extLst xmlns:a="http://schemas.openxmlformats.org/drawingml/2006/main">
              <a:ext uri="{FF2B5EF4-FFF2-40B4-BE49-F238E27FC236}">
                <a16:creationId xmlns:a16="http://schemas.microsoft.com/office/drawing/2014/main" id="{D2CC9005-D12F-4426-9D17-0E7376B3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24DCF3FD-9514-4396-B053-36F8E90A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yeux → l’œil (m)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F2A2D63B-6AAE-41B1-B0EB-E64A5053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düzensiz çoğulu çözer · dictionary resolves irregular plurals · le dictionnaire retrouve le singulier</a:t>
            </a:r>
          </a:p>
        </p:txBody>
      </p:sp>
    </p:spTree>
    <p:extLst>
      <p:ext uri="{BB962C8B-B14F-4D97-AF65-F5344CB8AC3E}">
        <p14:creationId xmlns:p14="http://schemas.microsoft.com/office/powerpoint/2010/main" val="1951099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4">
            <a:extLst xmlns:a="http://schemas.openxmlformats.org/drawingml/2006/main">
              <a:ext uri="{FF2B5EF4-FFF2-40B4-BE49-F238E27FC236}">
                <a16:creationId xmlns:a16="http://schemas.microsoft.com/office/drawing/2014/main" id="{8BF40BB5-DE86-4940-9695-B9043DA8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5">
            <a:extLst xmlns:a="http://schemas.openxmlformats.org/drawingml/2006/main">
              <a:ext uri="{FF2B5EF4-FFF2-40B4-BE49-F238E27FC236}">
                <a16:creationId xmlns:a16="http://schemas.microsoft.com/office/drawing/2014/main" id="{FB2DD79F-DE7A-4CA2-882C-EB6DB439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6">
            <a:extLst xmlns:a="http://schemas.openxmlformats.org/drawingml/2006/main">
              <a:ext uri="{FF2B5EF4-FFF2-40B4-BE49-F238E27FC236}">
                <a16:creationId xmlns:a16="http://schemas.microsoft.com/office/drawing/2014/main" id="{CB3D4539-62ED-4BAC-AA4A-948297BE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A958A5FE-FCE4-4D99-8B94-98ACEF8D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8">
            <a:extLst xmlns:a="http://schemas.openxmlformats.org/drawingml/2006/main">
              <a:ext uri="{FF2B5EF4-FFF2-40B4-BE49-F238E27FC236}">
                <a16:creationId xmlns:a16="http://schemas.microsoft.com/office/drawing/2014/main" id="{6574DC0B-1EA7-4D70-9F78-D57E3CA5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9">
            <a:extLst xmlns:a="http://schemas.openxmlformats.org/drawingml/2006/main">
              <a:ext uri="{FF2B5EF4-FFF2-40B4-BE49-F238E27FC236}">
                <a16:creationId xmlns:a16="http://schemas.microsoft.com/office/drawing/2014/main" id="{8E2C3A11-98BD-456D-842C-B892063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60">
            <a:extLst xmlns:a="http://schemas.openxmlformats.org/drawingml/2006/main">
              <a:ext uri="{FF2B5EF4-FFF2-40B4-BE49-F238E27FC236}">
                <a16:creationId xmlns:a16="http://schemas.microsoft.com/office/drawing/2014/main" id="{6193F77A-A4E8-41B2-9D84-780E6592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3FD16786-A705-456D-8F1D-41D997B4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6B62DA74-9EB3-475E-8907-FAF980ED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3">
            <a:extLst xmlns:a="http://schemas.openxmlformats.org/drawingml/2006/main">
              <a:ext uri="{FF2B5EF4-FFF2-40B4-BE49-F238E27FC236}">
                <a16:creationId xmlns:a16="http://schemas.microsoft.com/office/drawing/2014/main" id="{F3B551EC-E303-4487-839B-27E102C4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4">
            <a:extLst xmlns:a="http://schemas.openxmlformats.org/drawingml/2006/main">
              <a:ext uri="{FF2B5EF4-FFF2-40B4-BE49-F238E27FC236}">
                <a16:creationId xmlns:a16="http://schemas.microsoft.com/office/drawing/2014/main" id="{202B3A8E-445B-4ED2-94CE-AC36F732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5">
            <a:extLst xmlns:a="http://schemas.openxmlformats.org/drawingml/2006/main">
              <a:ext uri="{FF2B5EF4-FFF2-40B4-BE49-F238E27FC236}">
                <a16:creationId xmlns:a16="http://schemas.microsoft.com/office/drawing/2014/main" id="{0CAEF847-94F6-41D8-A25F-CAAA7D5E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6">
            <a:extLst xmlns:a="http://schemas.openxmlformats.org/drawingml/2006/main">
              <a:ext uri="{FF2B5EF4-FFF2-40B4-BE49-F238E27FC236}">
                <a16:creationId xmlns:a16="http://schemas.microsoft.com/office/drawing/2014/main" id="{0A62A614-AF40-47CF-9DE9-64B9682A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167">
            <a:extLst xmlns:a="http://schemas.openxmlformats.org/drawingml/2006/main">
              <a:ext uri="{FF2B5EF4-FFF2-40B4-BE49-F238E27FC236}">
                <a16:creationId xmlns:a16="http://schemas.microsoft.com/office/drawing/2014/main" id="{DC1451FD-3C8C-4471-B819-7E37048A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168">
            <a:extLst xmlns:a="http://schemas.openxmlformats.org/drawingml/2006/main">
              <a:ext uri="{FF2B5EF4-FFF2-40B4-BE49-F238E27FC236}">
                <a16:creationId xmlns:a16="http://schemas.microsoft.com/office/drawing/2014/main" id="{25F1BC0B-59E5-4CAB-A8E0-09019AA1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">
            <a:extLst xmlns:a="http://schemas.openxmlformats.org/drawingml/2006/main">
              <a:ext uri="{FF2B5EF4-FFF2-40B4-BE49-F238E27FC236}">
                <a16:creationId xmlns:a16="http://schemas.microsoft.com/office/drawing/2014/main" id="{60D54C5E-6312-4B21-9BA7-BCD06BA1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70">
            <a:extLst xmlns:a="http://schemas.openxmlformats.org/drawingml/2006/main">
              <a:ext uri="{FF2B5EF4-FFF2-40B4-BE49-F238E27FC236}">
                <a16:creationId xmlns:a16="http://schemas.microsoft.com/office/drawing/2014/main" id="{07CEBB0C-7485-470A-8FFF-4DA2912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71">
            <a:extLst xmlns:a="http://schemas.openxmlformats.org/drawingml/2006/main">
              <a:ext uri="{FF2B5EF4-FFF2-40B4-BE49-F238E27FC236}">
                <a16:creationId xmlns:a16="http://schemas.microsoft.com/office/drawing/2014/main" id="{83F67FCA-B8E1-4E4A-AEFB-59787AE9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72">
            <a:extLst xmlns:a="http://schemas.openxmlformats.org/drawingml/2006/main">
              <a:ext uri="{FF2B5EF4-FFF2-40B4-BE49-F238E27FC236}">
                <a16:creationId xmlns:a16="http://schemas.microsoft.com/office/drawing/2014/main" id="{FD7C578F-D603-454D-B61C-B079378D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3">
            <a:extLst xmlns:a="http://schemas.openxmlformats.org/drawingml/2006/main">
              <a:ext uri="{FF2B5EF4-FFF2-40B4-BE49-F238E27FC236}">
                <a16:creationId xmlns:a16="http://schemas.microsoft.com/office/drawing/2014/main" id="{E6404CC0-370A-4913-AC68-187FBFCA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7760984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74">
            <a:extLst xmlns:a="http://schemas.openxmlformats.org/drawingml/2006/main">
              <a:ext uri="{FF2B5EF4-FFF2-40B4-BE49-F238E27FC236}">
                <a16:creationId xmlns:a16="http://schemas.microsoft.com/office/drawing/2014/main" id="{A9A8A16A-8296-470B-8E3B-AA016F9B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5">
            <a:extLst xmlns:a="http://schemas.openxmlformats.org/drawingml/2006/main">
              <a:ext uri="{FF2B5EF4-FFF2-40B4-BE49-F238E27FC236}">
                <a16:creationId xmlns:a16="http://schemas.microsoft.com/office/drawing/2014/main" id="{7847F375-8EB7-4030-B55F-41A17B15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6">
            <a:extLst xmlns:a="http://schemas.openxmlformats.org/drawingml/2006/main">
              <a:ext uri="{FF2B5EF4-FFF2-40B4-BE49-F238E27FC236}">
                <a16:creationId xmlns:a16="http://schemas.microsoft.com/office/drawing/2014/main" id="{8C2DF656-B1B1-4324-8D65-79D7A2E7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7">
            <a:extLst xmlns:a="http://schemas.openxmlformats.org/drawingml/2006/main">
              <a:ext uri="{FF2B5EF4-FFF2-40B4-BE49-F238E27FC236}">
                <a16:creationId xmlns:a16="http://schemas.microsoft.com/office/drawing/2014/main" id="{28AAC1AD-4712-4CBA-8005-F9C1E401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8">
            <a:extLst xmlns:a="http://schemas.openxmlformats.org/drawingml/2006/main">
              <a:ext uri="{FF2B5EF4-FFF2-40B4-BE49-F238E27FC236}">
                <a16:creationId xmlns:a16="http://schemas.microsoft.com/office/drawing/2014/main" id="{B560A07B-0A82-48A2-ABE7-D45D818C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9">
            <a:extLst xmlns:a="http://schemas.openxmlformats.org/drawingml/2006/main">
              <a:ext uri="{FF2B5EF4-FFF2-40B4-BE49-F238E27FC236}">
                <a16:creationId xmlns:a16="http://schemas.microsoft.com/office/drawing/2014/main" id="{79B57534-F160-4B87-A89E-19EF041D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80">
            <a:extLst xmlns:a="http://schemas.openxmlformats.org/drawingml/2006/main">
              <a:ext uri="{FF2B5EF4-FFF2-40B4-BE49-F238E27FC236}">
                <a16:creationId xmlns:a16="http://schemas.microsoft.com/office/drawing/2014/main" id="{DC131343-C0A3-4433-A74C-8FB1A4A8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81">
            <a:extLst xmlns:a="http://schemas.openxmlformats.org/drawingml/2006/main">
              <a:ext uri="{FF2B5EF4-FFF2-40B4-BE49-F238E27FC236}">
                <a16:creationId xmlns:a16="http://schemas.microsoft.com/office/drawing/2014/main" id="{2CD30DC3-82E0-4D5F-987B-45202FBC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70 / 70</a:t>
            </a:r>
          </a:p>
        </p:txBody>
      </p:sp>
      <p:sp>
        <p:nvSpPr>
          <p:cNvPr id="9" name="text-182">
            <a:extLst xmlns:a="http://schemas.openxmlformats.org/drawingml/2006/main">
              <a:ext uri="{FF2B5EF4-FFF2-40B4-BE49-F238E27FC236}">
                <a16:creationId xmlns:a16="http://schemas.microsoft.com/office/drawing/2014/main" id="{A16F41B5-5AD2-49C3-8642-8CDB1C44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183">
            <a:extLst xmlns:a="http://schemas.openxmlformats.org/drawingml/2006/main">
              <a:ext uri="{FF2B5EF4-FFF2-40B4-BE49-F238E27FC236}">
                <a16:creationId xmlns:a16="http://schemas.microsoft.com/office/drawing/2014/main" id="{07631BD0-22C9-4DBA-A6E9-A833E2C6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4">
            <a:extLst xmlns:a="http://schemas.openxmlformats.org/drawingml/2006/main">
              <a:ext uri="{FF2B5EF4-FFF2-40B4-BE49-F238E27FC236}">
                <a16:creationId xmlns:a16="http://schemas.microsoft.com/office/drawing/2014/main" id="{404AD45C-D57A-401A-A74A-FFE18B40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5">
            <a:extLst xmlns:a="http://schemas.openxmlformats.org/drawingml/2006/main">
              <a:ext uri="{FF2B5EF4-FFF2-40B4-BE49-F238E27FC236}">
                <a16:creationId xmlns:a16="http://schemas.microsoft.com/office/drawing/2014/main" id="{A0453307-939C-4994-B6A1-004EE8DF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6">
            <a:extLst xmlns:a="http://schemas.openxmlformats.org/drawingml/2006/main">
              <a:ext uri="{FF2B5EF4-FFF2-40B4-BE49-F238E27FC236}">
                <a16:creationId xmlns:a16="http://schemas.microsoft.com/office/drawing/2014/main" id="{178D68AD-7D30-40E4-8512-1D53830B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7">
            <a:extLst xmlns:a="http://schemas.openxmlformats.org/drawingml/2006/main">
              <a:ext uri="{FF2B5EF4-FFF2-40B4-BE49-F238E27FC236}">
                <a16:creationId xmlns:a16="http://schemas.microsoft.com/office/drawing/2014/main" id="{F17AE0AB-2B24-47D8-95BB-FD33F65A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188">
            <a:extLst xmlns:a="http://schemas.openxmlformats.org/drawingml/2006/main">
              <a:ext uri="{FF2B5EF4-FFF2-40B4-BE49-F238E27FC236}">
                <a16:creationId xmlns:a16="http://schemas.microsoft.com/office/drawing/2014/main" id="{517692C7-DA81-4651-870C-60817E84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(v1.1.2) · (özel repo)</a:t>
            </a:r>
          </a:p>
        </p:txBody>
      </p:sp>
      <p:sp>
        <p:nvSpPr>
          <p:cNvPr id="16" name="text-189">
            <a:extLst xmlns:a="http://schemas.openxmlformats.org/drawingml/2006/main">
              <a:ext uri="{FF2B5EF4-FFF2-40B4-BE49-F238E27FC236}">
                <a16:creationId xmlns:a16="http://schemas.microsoft.com/office/drawing/2014/main" id="{FE5C6782-F7D4-4A1F-BED3-7F116C1F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(v1.1.2)</a:t>
            </a:r>
          </a:p>
        </p:txBody>
      </p:sp>
      <p:sp>
        <p:nvSpPr>
          <p:cNvPr id="17" name="text-190">
            <a:extLst xmlns:a="http://schemas.openxmlformats.org/drawingml/2006/main">
              <a:ext uri="{FF2B5EF4-FFF2-40B4-BE49-F238E27FC236}">
                <a16:creationId xmlns:a16="http://schemas.microsoft.com/office/drawing/2014/main" id="{55D019DB-5DA4-4816-9D35-A8C1B7D5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9608733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2026-09-06T09:40:48.4680000Z</dcterms:created>
  <dcterms:modified xsi:type="dcterms:W3CDTF">2026-09-06T09:40:48.4680000Z</dcterms:modified>
</coreProperties>
</file>