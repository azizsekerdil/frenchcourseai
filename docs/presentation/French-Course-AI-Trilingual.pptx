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40a9480f234ed7" /><Relationship Type="http://schemas.openxmlformats.org/officeDocument/2006/relationships/extended-properties" Target="/docProps/app.xml" Id="R6a93f82accec441e" /><Relationship Type="http://schemas.openxmlformats.org/officeDocument/2006/relationships/officeDocument" Target="/ppt/presentation.xml" Id="R29d37560729341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d85ec3db14f64"/>
  </p:sldMasterIdLst>
  <p:notesMasterIdLst>
    <p:notesMasterId xmlns:r="http://schemas.openxmlformats.org/officeDocument/2006/relationships" r:id="R91fc055a92494e02"/>
  </p:notesMasterIdLst>
  <p:sldIdLst>
    <p:sldId xmlns:r="http://schemas.openxmlformats.org/officeDocument/2006/relationships" id="256" r:id="R0b99dc44387846c8"/>
    <p:sldId xmlns:r="http://schemas.openxmlformats.org/officeDocument/2006/relationships" id="257" r:id="Rec0a6e5ad7234b37"/>
    <p:sldId xmlns:r="http://schemas.openxmlformats.org/officeDocument/2006/relationships" id="258" r:id="Raab98e2575594611"/>
    <p:sldId xmlns:r="http://schemas.openxmlformats.org/officeDocument/2006/relationships" id="259" r:id="R10defa035f6748b7"/>
    <p:sldId xmlns:r="http://schemas.openxmlformats.org/officeDocument/2006/relationships" id="260" r:id="Rdfd9660a46c4428f"/>
    <p:sldId xmlns:r="http://schemas.openxmlformats.org/officeDocument/2006/relationships" id="261" r:id="R132700071c1845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b0f326ec6493f" /><Relationship Type="http://schemas.openxmlformats.org/officeDocument/2006/relationships/slideMaster" Target="/ppt/slideMasters/slideMaster1.xml" Id="R777d85ec3db14f64" /><Relationship Type="http://schemas.openxmlformats.org/officeDocument/2006/relationships/notesMaster" Target="/ppt/notesMasters/notesMaster1.xml" Id="R91fc055a92494e02" /><Relationship Type="http://schemas.openxmlformats.org/officeDocument/2006/relationships/presProps" Target="/ppt/presProps.xml" Id="Raaa2c1fea94c47e7" /><Relationship Type="http://schemas.openxmlformats.org/officeDocument/2006/relationships/tableStyles" Target="/ppt/tableStyles.xml" Id="R05ba3618cfaa482c" /><Relationship Type="http://schemas.openxmlformats.org/officeDocument/2006/relationships/slide" Target="/ppt/slides/slide1.xml" Id="R0b99dc44387846c8" /><Relationship Type="http://schemas.openxmlformats.org/officeDocument/2006/relationships/slide" Target="/ppt/slides/slide2.xml" Id="Rec0a6e5ad7234b37" /><Relationship Type="http://schemas.openxmlformats.org/officeDocument/2006/relationships/slide" Target="/ppt/slides/slide3.xml" Id="Raab98e2575594611" /><Relationship Type="http://schemas.openxmlformats.org/officeDocument/2006/relationships/slide" Target="/ppt/slides/slide4.xml" Id="R10defa035f6748b7" /><Relationship Type="http://schemas.openxmlformats.org/officeDocument/2006/relationships/slide" Target="/ppt/slides/slide5.xml" Id="Rdfd9660a46c4428f" /><Relationship Type="http://schemas.openxmlformats.org/officeDocument/2006/relationships/slide" Target="/ppt/slides/slide6.xml" Id="R132700071c1845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74c904e7a6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2a4a021fcd4e3d" /><Relationship Type="http://schemas.openxmlformats.org/officeDocument/2006/relationships/notesMaster" Target="/ppt/notesMasters/notesMaster1.xml" Id="R7049d5bdb5ed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095a1988124a68" /><Relationship Type="http://schemas.openxmlformats.org/officeDocument/2006/relationships/notesMaster" Target="/ppt/notesMasters/notesMaster1.xml" Id="Rdbe77491ca6440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8f5e186b3348e4" /><Relationship Type="http://schemas.openxmlformats.org/officeDocument/2006/relationships/notesMaster" Target="/ppt/notesMasters/notesMaster1.xml" Id="R3c6e638c1c9d4c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9eca7536714924" /><Relationship Type="http://schemas.openxmlformats.org/officeDocument/2006/relationships/notesMaster" Target="/ppt/notesMasters/notesMaster1.xml" Id="R71910f1485ec46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f5aa022024c65" /><Relationship Type="http://schemas.openxmlformats.org/officeDocument/2006/relationships/notesMaster" Target="/ppt/notesMasters/notesMaster1.xml" Id="R23a56f557c53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3656f721043e4" /><Relationship Type="http://schemas.openxmlformats.org/officeDocument/2006/relationships/notesMaster" Target="/ppt/notesMasters/notesMaster1.xml" Id="R22e50934079b4f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French Course AI overview.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icon generated for this project: D:/GE_FR/FrenchCourseAI/assets/app-final.png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real screenshot captured from the packaged Windows executable.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screenshot: D:/GE_FR/FrenchCourseAI/docs/presentation/assets/french-course-ai-screenshot.jpg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engine and openly licensed resource catalog.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https://en.wikibooks.org/wiki/French</a:t>
            </a:r>
          </a:p>
          <a:p xmlns:a="http://schemas.openxmlformats.org/drawingml/2006/main">
            <a:r>
              <a:t>- https://tatoeba.org/en/downloads</a:t>
            </a:r>
          </a:p>
          <a:p xmlns:a="http://schemas.openxmlformats.org/drawingml/2006/main">
            <a:r>
              <a:t>- https://librivox.org/pages/about-librivox/</a:t>
            </a:r>
          </a:p>
          <a:p xmlns:a="http://schemas.openxmlformats.org/drawingml/2006/main">
            <a:r>
              <a:t>- https://www.gutenberg.org/policy/permission.html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French Course AI language-specific lab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seed data and tests in the local fca source tree.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optional AI path uses a local LM Studio endpoint. The token ledger stores usage metadata, not prompt or response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application source: fca/ai.py and fca/db.py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summary based on the packaged executable and automated test suite.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French Course AI local build output</a:t>
            </a:r>
          </a:p>
          <a:p xmlns:a="http://schemas.openxmlformats.org/drawingml/2006/main">
            <a:r>
              <a:t>- French Course AI pytest results</a:t>
            </a:r>
          </a:p>
          <a:p xmlns:a="http://schemas.openxmlformats.org/drawingml/2006/main">
            <a:r>
              <a:t>- https://github.com/Azizsekerdil/FrenchCourseAI/releases/tag/v1.2.0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5ed1e0fdc4a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10be53a154198" /><Relationship Type="http://schemas.openxmlformats.org/officeDocument/2006/relationships/slideLayout" Target="/ppt/slideLayouts/slideLayout1.xml" Id="Rbca1c4b8cc944f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1c4b8cc944f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9f87c7584872" /><Relationship Type="http://schemas.openxmlformats.org/officeDocument/2006/relationships/image" Target="/ppt/media/image.png" Id="Rbc8f959f8bed4518" /><Relationship Type="http://schemas.openxmlformats.org/officeDocument/2006/relationships/notesSlide" Target="/ppt/notesSlides/notesSlide1.xml" Id="R860da003b86943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5a75aa9b4c67" /><Relationship Type="http://schemas.openxmlformats.org/officeDocument/2006/relationships/image" Target="/ppt/media/image.jpeg" Id="Ra3e48b2253524b27" /><Relationship Type="http://schemas.openxmlformats.org/officeDocument/2006/relationships/notesSlide" Target="/ppt/notesSlides/notesSlide2.xml" Id="R9c61d600f7ae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07845ee994a41" /><Relationship Type="http://schemas.openxmlformats.org/officeDocument/2006/relationships/notesSlide" Target="/ppt/notesSlides/notesSlide3.xml" Id="Reee828b36ceb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c3bcf63a54ca7" /><Relationship Type="http://schemas.openxmlformats.org/officeDocument/2006/relationships/notesSlide" Target="/ppt/notesSlides/notesSlide4.xml" Id="R09d725a284b843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4b5198ecc4ae7" /><Relationship Type="http://schemas.openxmlformats.org/officeDocument/2006/relationships/notesSlide" Target="/ppt/notesSlides/notesSlide5.xml" Id="R70ead2471b6242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2d21abc7a4ecb" /><Relationship Type="http://schemas.openxmlformats.org/officeDocument/2006/relationships/notesSlide" Target="/ppt/notesSlides/notesSlide6.xml" Id="Rf21324edb8784d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ox-96">
            <a:extLst xmlns:a="http://schemas.openxmlformats.org/drawingml/2006/main">
              <a:ext uri="{FF2B5EF4-FFF2-40B4-BE49-F238E27FC236}">
                <a16:creationId xmlns:a16="http://schemas.microsoft.com/office/drawing/2014/main" id="{CC0BF1FB-07D7-40BA-BCBC-552FC85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B23721B5-210A-4D17-AF1F-A5566226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D824C073-C521-44E6-957A-A011BE3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D03651C7-D89A-46C4-9EC1-B91E154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OFFLINE-FIRST WINDOWS LANGUAGE LEARNING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C0C1C4E1-399D-4F92-A060-BA5578B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4774CDE8-FC31-4E74-A1CF-75D4FE21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Türkçe · English · Français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C0DFD30B-E1AC-4B58-BE3E-0BBCB6CB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Yerel, ölçülebilir Fransızca öğrenimi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649F2FE8-E022-46CD-81B9-EC55DADF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Local, measurable French learning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00195D0B-9D18-4F2A-AE0B-E8476F69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Un apprentissage local et mesurable du français</a:t>
            </a:r>
          </a:p>
        </p:txBody>
      </p:sp>
      <p:sp>
        <p:nvSpPr>
          <p:cNvPr id="10" name="box-105">
            <a:extLst xmlns:a="http://schemas.openxmlformats.org/drawingml/2006/main">
              <a:ext uri="{FF2B5EF4-FFF2-40B4-BE49-F238E27FC236}">
                <a16:creationId xmlns:a16="http://schemas.microsoft.com/office/drawing/2014/main" id="{A5D8DF39-1309-4E4A-9663-C67BA867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19050">
            <a:solidFill>
              <a:srgbClr val="FF6668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f959f8bed4518"/>
          <a:stretch xmlns:a="http://schemas.openxmlformats.org/drawingml/2006/main"/>
        </p:blipFill>
        <p:spPr>
          <a:xfrm xmlns:a="http://schemas.openxmlformats.org/drawingml/2006/main">
            <a:off x="8963025" y="1552575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2" name="text-106">
            <a:extLst xmlns:a="http://schemas.openxmlformats.org/drawingml/2006/main">
              <a:ext uri="{FF2B5EF4-FFF2-40B4-BE49-F238E27FC236}">
                <a16:creationId xmlns:a16="http://schemas.microsoft.com/office/drawing/2014/main" id="{6B822255-19ED-4BFA-9AA7-31C32A00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Windows x64 · macOS arm64</a:t>
            </a:r>
          </a:p>
        </p:txBody>
      </p:sp>
    </p:spTree>
    <p:extLst>
      <p:ext uri="{BB962C8B-B14F-4D97-AF65-F5344CB8AC3E}">
        <p14:creationId xmlns:p14="http://schemas.microsoft.com/office/powerpoint/2010/main" val="227037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ox-107">
            <a:extLst xmlns:a="http://schemas.openxmlformats.org/drawingml/2006/main">
              <a:ext uri="{FF2B5EF4-FFF2-40B4-BE49-F238E27FC236}">
                <a16:creationId xmlns:a16="http://schemas.microsoft.com/office/drawing/2014/main" id="{B269E1CB-373D-49D1-858B-D4DEB8C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5706F6B9-09F0-4DD9-863C-8F27792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52BFCF78-AAEA-4251-BD27-2C26F12F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69A3F8AF-2BEC-4A6C-B224-BD44FEE4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Apprendre sans friction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21A99CF0-2143-4EDA-9F02-5674A40A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Tek uygulama, üç arayüz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7B0B5E00-6C93-4672-AB54-58805AD1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One app, three interfaces</a:t>
            </a:r>
          </a:p>
        </p:txBody>
      </p:sp>
      <p:sp>
        <p:nvSpPr>
          <p:cNvPr id="7" name="box-113">
            <a:extLst xmlns:a="http://schemas.openxmlformats.org/drawingml/2006/main">
              <a:ext uri="{FF2B5EF4-FFF2-40B4-BE49-F238E27FC236}">
                <a16:creationId xmlns:a16="http://schemas.microsoft.com/office/drawing/2014/main" id="{8DA99D75-94EB-47A2-BC12-5012356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8" name="text-114">
            <a:extLst xmlns:a="http://schemas.openxmlformats.org/drawingml/2006/main">
              <a:ext uri="{FF2B5EF4-FFF2-40B4-BE49-F238E27FC236}">
                <a16:creationId xmlns:a16="http://schemas.microsoft.com/office/drawing/2014/main" id="{44AFB38B-29E4-429E-BA37-45A52595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810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 espaces relient révision, vocabulaire, dictionnaire trilingue FR-EN-TR, examen, grammaire et pratique dans un atelier Windows cohérent.</a:t>
            </a:r>
          </a:p>
        </p:txBody>
      </p:sp>
      <p:sp>
        <p:nvSpPr>
          <p:cNvPr id="9" name="text-115">
            <a:extLst xmlns:a="http://schemas.openxmlformats.org/drawingml/2006/main">
              <a:ext uri="{FF2B5EF4-FFF2-40B4-BE49-F238E27FC236}">
                <a16:creationId xmlns:a16="http://schemas.microsoft.com/office/drawing/2014/main" id="{7BDEF8E6-2EAC-4B18-A12A-4C77234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Dil seçimi anında kaydedilir; uygulama çevrimdışı çalışmaya devam eder.</a:t>
            </a:r>
          </a:p>
        </p:txBody>
      </p:sp>
      <p:sp>
        <p:nvSpPr>
          <p:cNvPr id="10" name="text-116">
            <a:extLst xmlns:a="http://schemas.openxmlformats.org/drawingml/2006/main">
              <a:ext uri="{FF2B5EF4-FFF2-40B4-BE49-F238E27FC236}">
                <a16:creationId xmlns:a16="http://schemas.microsoft.com/office/drawing/2014/main" id="{FFD30B6D-CACA-4BF8-9DDA-C813C5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The language choice persists instantly, and core learning stays available offline.</a:t>
            </a:r>
          </a:p>
        </p:txBody>
      </p:sp>
      <p:sp>
        <p:nvSpPr>
          <p:cNvPr id="11" name="box-117">
            <a:extLst xmlns:a="http://schemas.openxmlformats.org/drawingml/2006/main">
              <a:ext uri="{FF2B5EF4-FFF2-40B4-BE49-F238E27FC236}">
                <a16:creationId xmlns:a16="http://schemas.microsoft.com/office/drawing/2014/main" id="{6C3FBAB0-4799-40A7-8D40-4C954215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876300"/>
            <a:ext cx="72771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48b2253524b27"/>
          <a:stretch xmlns:a="http://schemas.openxmlformats.org/drawingml/2006/main"/>
        </p:blipFill>
        <p:spPr>
          <a:xfrm xmlns:a="http://schemas.openxmlformats.org/drawingml/2006/main">
            <a:off x="4692997" y="1047750"/>
            <a:ext cx="6920805" cy="4533900"/>
          </a:xfrm>
          <a:prstGeom xmlns:a="http://schemas.openxmlformats.org/drawingml/2006/main" prst="rect">
            <a:avLst/>
          </a:prstGeom>
        </p:spPr>
      </p:pic>
      <p:sp>
        <p:nvSpPr>
          <p:cNvPr id="13" name="text-118">
            <a:extLst xmlns:a="http://schemas.openxmlformats.org/drawingml/2006/main">
              <a:ext uri="{FF2B5EF4-FFF2-40B4-BE49-F238E27FC236}">
                <a16:creationId xmlns:a16="http://schemas.microsoft.com/office/drawing/2014/main" id="{865017A2-6418-4025-8528-589A5ED2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24550"/>
            <a:ext cx="693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Gerçek EXE ekranı · Real executable · Application réelle</a:t>
            </a:r>
          </a:p>
        </p:txBody>
      </p:sp>
    </p:spTree>
    <p:extLst>
      <p:ext uri="{BB962C8B-B14F-4D97-AF65-F5344CB8AC3E}">
        <p14:creationId xmlns:p14="http://schemas.microsoft.com/office/powerpoint/2010/main" val="162567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ox-119">
            <a:extLst xmlns:a="http://schemas.openxmlformats.org/drawingml/2006/main">
              <a:ext uri="{FF2B5EF4-FFF2-40B4-BE49-F238E27FC236}">
                <a16:creationId xmlns:a16="http://schemas.microsoft.com/office/drawing/2014/main" id="{5430FB06-83C2-4ABD-A69E-4A9D69A6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120">
            <a:extLst xmlns:a="http://schemas.openxmlformats.org/drawingml/2006/main">
              <a:ext uri="{FF2B5EF4-FFF2-40B4-BE49-F238E27FC236}">
                <a16:creationId xmlns:a16="http://schemas.microsoft.com/office/drawing/2014/main" id="{83230D2E-C8A0-40D6-9427-1AF692D2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429073D4-2FB1-4699-B00F-3056302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153B5A8F-83F5-42E8-8855-A2D56BF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learning engine that remembers</a:t>
            </a:r>
          </a:p>
        </p:txBody>
      </p:sp>
      <p:sp>
        <p:nvSpPr>
          <p:cNvPr id="5" name="text-123">
            <a:extLst xmlns:a="http://schemas.openxmlformats.org/drawingml/2006/main">
              <a:ext uri="{FF2B5EF4-FFF2-40B4-BE49-F238E27FC236}">
                <a16:creationId xmlns:a16="http://schemas.microsoft.com/office/drawing/2014/main" id="{BE2B181E-E866-4C3F-BBCF-20B021D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Öğrenme motoru hatırlar · Le moteur d’apprentissage retient vos progrès</a:t>
            </a:r>
          </a:p>
        </p:txBody>
      </p:sp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C9DEDAD6-B025-4FBD-A285-27D5B0B7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TÜRKÇE</a:t>
            </a:r>
          </a:p>
        </p:txBody>
      </p:sp>
      <p:sp>
        <p:nvSpPr>
          <p:cNvPr id="7" name="box-125">
            <a:extLst xmlns:a="http://schemas.openxmlformats.org/drawingml/2006/main">
              <a:ext uri="{FF2B5EF4-FFF2-40B4-BE49-F238E27FC236}">
                <a16:creationId xmlns:a16="http://schemas.microsoft.com/office/drawing/2014/main" id="{118A01AA-B81D-4527-9915-8A45167B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text-126">
            <a:extLst xmlns:a="http://schemas.openxmlformats.org/drawingml/2006/main">
              <a:ext uri="{FF2B5EF4-FFF2-40B4-BE49-F238E27FC236}">
                <a16:creationId xmlns:a16="http://schemas.microsoft.com/office/drawing/2014/main" id="{D42E28CA-67BB-43B7-B1E3-977569CD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 gün doğru sıra</a:t>
            </a:r>
          </a:p>
        </p:txBody>
      </p:sp>
      <p:sp>
        <p:nvSpPr>
          <p:cNvPr id="9" name="text-127">
            <a:extLst xmlns:a="http://schemas.openxmlformats.org/drawingml/2006/main">
              <a:ext uri="{FF2B5EF4-FFF2-40B4-BE49-F238E27FC236}">
                <a16:creationId xmlns:a16="http://schemas.microsoft.com/office/drawing/2014/main" id="{7D030B3B-E708-452E-8C31-30EA12A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SM-2 ve Leitner, yeni ve gecikmiş kartları günlük bir sıraya dönüştürür.</a:t>
            </a:r>
          </a:p>
        </p:txBody>
      </p:sp>
      <p:sp>
        <p:nvSpPr>
          <p:cNvPr id="10" name="text-128">
            <a:extLst xmlns:a="http://schemas.openxmlformats.org/drawingml/2006/main">
              <a:ext uri="{FF2B5EF4-FFF2-40B4-BE49-F238E27FC236}">
                <a16:creationId xmlns:a16="http://schemas.microsoft.com/office/drawing/2014/main" id="{E3F8E93C-C84E-489C-81C5-4CEFEF1E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11" name="box-129">
            <a:extLst xmlns:a="http://schemas.openxmlformats.org/drawingml/2006/main">
              <a:ext uri="{FF2B5EF4-FFF2-40B4-BE49-F238E27FC236}">
                <a16:creationId xmlns:a16="http://schemas.microsoft.com/office/drawing/2014/main" id="{C2174192-882D-4EEE-8C51-E840C6F5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12" name="text-130">
            <a:extLst xmlns:a="http://schemas.openxmlformats.org/drawingml/2006/main">
              <a:ext uri="{FF2B5EF4-FFF2-40B4-BE49-F238E27FC236}">
                <a16:creationId xmlns:a16="http://schemas.microsoft.com/office/drawing/2014/main" id="{EE1AEBDE-6BB1-4BB4-869B-45816DB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Practice with evidence</a:t>
            </a:r>
          </a:p>
        </p:txBody>
      </p:sp>
      <p:sp>
        <p:nvSpPr>
          <p:cNvPr id="13" name="text-131">
            <a:extLst xmlns:a="http://schemas.openxmlformats.org/drawingml/2006/main">
              <a:ext uri="{FF2B5EF4-FFF2-40B4-BE49-F238E27FC236}">
                <a16:creationId xmlns:a16="http://schemas.microsoft.com/office/drawing/2014/main" id="{08398D45-358D-4ED2-9A3E-00B1594E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162 A1 entries, a 1,210-entry FR-EN-TR dictionary with selectable direction, strict accented answers, exams, favorites and mistakes share one SQLite record.</a:t>
            </a:r>
          </a:p>
        </p:txBody>
      </p:sp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12D611CE-A6A5-43C3-9C8E-F8D716BA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FRANÇAIS</a:t>
            </a:r>
          </a:p>
        </p:txBody>
      </p:sp>
      <p:sp>
        <p:nvSpPr>
          <p:cNvPr id="15" name="box-133">
            <a:extLst xmlns:a="http://schemas.openxmlformats.org/drawingml/2006/main">
              <a:ext uri="{FF2B5EF4-FFF2-40B4-BE49-F238E27FC236}">
                <a16:creationId xmlns:a16="http://schemas.microsoft.com/office/drawing/2014/main" id="{AC87ADB6-681B-4C64-9AD5-50C7A020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text-134">
            <a:extLst xmlns:a="http://schemas.openxmlformats.org/drawingml/2006/main">
              <a:ext uri="{FF2B5EF4-FFF2-40B4-BE49-F238E27FC236}">
                <a16:creationId xmlns:a16="http://schemas.microsoft.com/office/drawing/2014/main" id="{20166F77-824B-4F41-BD37-4703A75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Les progrès restent locaux</a:t>
            </a:r>
          </a:p>
        </p:txBody>
      </p:sp>
      <p:sp>
        <p:nvSpPr>
          <p:cNvPr id="17" name="text-135">
            <a:extLst xmlns:a="http://schemas.openxmlformats.org/drawingml/2006/main">
              <a:ext uri="{FF2B5EF4-FFF2-40B4-BE49-F238E27FC236}">
                <a16:creationId xmlns:a16="http://schemas.microsoft.com/office/drawing/2014/main" id="{B0CBF7D2-DEDB-4537-9706-AD860A3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Révisions, erreurs, favoris et examens sont enregistrés localement et restent explicables.</a:t>
            </a:r>
          </a:p>
        </p:txBody>
      </p:sp>
      <p:sp>
        <p:nvSpPr>
          <p:cNvPr id="18" name="text-136">
            <a:extLst xmlns:a="http://schemas.openxmlformats.org/drawingml/2006/main">
              <a:ext uri="{FF2B5EF4-FFF2-40B4-BE49-F238E27FC236}">
                <a16:creationId xmlns:a16="http://schemas.microsoft.com/office/drawing/2014/main" id="{B461667C-611E-46DE-B36F-5C9A8C99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Kaynak kataloğu / resource catalog / catalogue de ressources: Wikibooks · Tatoeba · LibriVox · Project Gutenberg</a:t>
            </a:r>
          </a:p>
        </p:txBody>
      </p:sp>
    </p:spTree>
    <p:extLst>
      <p:ext uri="{BB962C8B-B14F-4D97-AF65-F5344CB8AC3E}">
        <p14:creationId xmlns:p14="http://schemas.microsoft.com/office/powerpoint/2010/main" val="1651305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ox-137">
            <a:extLst xmlns:a="http://schemas.openxmlformats.org/drawingml/2006/main">
              <a:ext uri="{FF2B5EF4-FFF2-40B4-BE49-F238E27FC236}">
                <a16:creationId xmlns:a16="http://schemas.microsoft.com/office/drawing/2014/main" id="{86098B13-3A3B-4803-A531-7C54E79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138">
            <a:extLst xmlns:a="http://schemas.openxmlformats.org/drawingml/2006/main">
              <a:ext uri="{FF2B5EF4-FFF2-40B4-BE49-F238E27FC236}">
                <a16:creationId xmlns:a16="http://schemas.microsoft.com/office/drawing/2014/main" id="{8FFD2369-0BEF-4976-B665-F9DE5A1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3" name="text-139">
            <a:extLst xmlns:a="http://schemas.openxmlformats.org/drawingml/2006/main">
              <a:ext uri="{FF2B5EF4-FFF2-40B4-BE49-F238E27FC236}">
                <a16:creationId xmlns:a16="http://schemas.microsoft.com/office/drawing/2014/main" id="{94F6305E-1B21-46DE-B457-E25CFE5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4" name="text-140">
            <a:extLst xmlns:a="http://schemas.openxmlformats.org/drawingml/2006/main">
              <a:ext uri="{FF2B5EF4-FFF2-40B4-BE49-F238E27FC236}">
                <a16:creationId xmlns:a16="http://schemas.microsoft.com/office/drawing/2014/main" id="{D14E835F-DFEA-4C82-91FE-A4019CF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 français mérite des outils précis</a:t>
            </a:r>
          </a:p>
        </p:txBody>
      </p:sp>
      <p:sp>
        <p:nvSpPr>
          <p:cNvPr id="5" name="text-141">
            <a:extLst xmlns:a="http://schemas.openxmlformats.org/drawingml/2006/main">
              <a:ext uri="{FF2B5EF4-FFF2-40B4-BE49-F238E27FC236}">
                <a16:creationId xmlns:a16="http://schemas.microsoft.com/office/drawing/2014/main" id="{86665A2E-BAE6-4724-994C-8B21BE26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Fransızcaya özgü laboratuvar  ·  A French-specific language lab</a:t>
            </a:r>
          </a:p>
        </p:txBody>
      </p:sp>
      <p:sp>
        <p:nvSpPr>
          <p:cNvPr id="6" name="box-142">
            <a:extLst xmlns:a="http://schemas.openxmlformats.org/drawingml/2006/main">
              <a:ext uri="{FF2B5EF4-FFF2-40B4-BE49-F238E27FC236}">
                <a16:creationId xmlns:a16="http://schemas.microsoft.com/office/drawing/2014/main" id="{8FC6C8C6-FB4D-4E6E-A677-E7C06D2D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text-143">
            <a:extLst xmlns:a="http://schemas.openxmlformats.org/drawingml/2006/main">
              <a:ext uri="{FF2B5EF4-FFF2-40B4-BE49-F238E27FC236}">
                <a16:creationId xmlns:a16="http://schemas.microsoft.com/office/drawing/2014/main" id="{EB5FAEB9-7E71-4315-AC64-83B711A2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l’école · les écoles</a:t>
            </a:r>
          </a:p>
        </p:txBody>
      </p:sp>
      <p:sp>
        <p:nvSpPr>
          <p:cNvPr id="8" name="text-144">
            <a:extLst xmlns:a="http://schemas.openxmlformats.org/drawingml/2006/main">
              <a:ext uri="{FF2B5EF4-FFF2-40B4-BE49-F238E27FC236}">
                <a16:creationId xmlns:a16="http://schemas.microsoft.com/office/drawing/2014/main" id="{D771616E-9192-4FA9-B387-BC0592B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Artikel ve elision · articles and elision · articles et élision</a:t>
            </a:r>
          </a:p>
        </p:txBody>
      </p:sp>
      <p:sp>
        <p:nvSpPr>
          <p:cNvPr id="9" name="box-145">
            <a:extLst xmlns:a="http://schemas.openxmlformats.org/drawingml/2006/main">
              <a:ext uri="{FF2B5EF4-FFF2-40B4-BE49-F238E27FC236}">
                <a16:creationId xmlns:a16="http://schemas.microsoft.com/office/drawing/2014/main" id="{8DDC41EB-389E-492F-897B-459F6CA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ext-146">
            <a:extLst xmlns:a="http://schemas.openxmlformats.org/drawingml/2006/main">
              <a:ext uri="{FF2B5EF4-FFF2-40B4-BE49-F238E27FC236}">
                <a16:creationId xmlns:a16="http://schemas.microsoft.com/office/drawing/2014/main" id="{916A457C-A0A8-4942-AA9B-8E8FDC93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é · è · ê · ç</a:t>
            </a:r>
          </a:p>
        </p:txBody>
      </p:sp>
      <p:sp>
        <p:nvSpPr>
          <p:cNvPr id="11" name="text-147">
            <a:extLst xmlns:a="http://schemas.openxmlformats.org/drawingml/2006/main">
              <a:ext uri="{FF2B5EF4-FFF2-40B4-BE49-F238E27FC236}">
                <a16:creationId xmlns:a16="http://schemas.microsoft.com/office/drawing/2014/main" id="{38ACC870-69F3-4048-BB14-A692E792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Aksan araması kontrollü · controlled accent search · recherche d’accents contrôlée</a:t>
            </a:r>
          </a:p>
        </p:txBody>
      </p:sp>
      <p:sp>
        <p:nvSpPr>
          <p:cNvPr id="12" name="box-148">
            <a:extLst xmlns:a="http://schemas.openxmlformats.org/drawingml/2006/main">
              <a:ext uri="{FF2B5EF4-FFF2-40B4-BE49-F238E27FC236}">
                <a16:creationId xmlns:a16="http://schemas.microsoft.com/office/drawing/2014/main" id="{7DED6BC6-48E6-4E3A-9F5B-2F83EC0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23AA377A-69BA-4AEA-8D38-3C190EF4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cœur · sœur · œuvre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656DC3AD-1DB8-432C-AD56-58E7F20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œ aramada esnek, yanıtta kesin · flexible search, strict answer · recherche souple, réponse exacte</a:t>
            </a:r>
          </a:p>
        </p:txBody>
      </p:sp>
      <p:sp>
        <p:nvSpPr>
          <p:cNvPr id="15" name="box-151">
            <a:extLst xmlns:a="http://schemas.openxmlformats.org/drawingml/2006/main">
              <a:ext uri="{FF2B5EF4-FFF2-40B4-BE49-F238E27FC236}">
                <a16:creationId xmlns:a16="http://schemas.microsoft.com/office/drawing/2014/main" id="{9666CDD5-81BF-457C-9F95-275E910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77E94200-0296-456F-AD91-20E047C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yeux → l’œil (m)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03FFF9AD-07C2-4552-BBA5-138169D5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Sözlük FR↔EN↔TR yön seçimli · dictionary FR/EN/TR with direction switch · dictionnaire FR/EN/TR à sens réglable</a:t>
            </a:r>
          </a:p>
        </p:txBody>
      </p:sp>
    </p:spTree>
    <p:extLst>
      <p:ext uri="{BB962C8B-B14F-4D97-AF65-F5344CB8AC3E}">
        <p14:creationId xmlns:p14="http://schemas.microsoft.com/office/powerpoint/2010/main" val="503049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ox-154">
            <a:extLst xmlns:a="http://schemas.openxmlformats.org/drawingml/2006/main">
              <a:ext uri="{FF2B5EF4-FFF2-40B4-BE49-F238E27FC236}">
                <a16:creationId xmlns:a16="http://schemas.microsoft.com/office/drawing/2014/main" id="{E8B3E0C1-99A0-4DD6-BF4A-610ED52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155">
            <a:extLst xmlns:a="http://schemas.openxmlformats.org/drawingml/2006/main">
              <a:ext uri="{FF2B5EF4-FFF2-40B4-BE49-F238E27FC236}">
                <a16:creationId xmlns:a16="http://schemas.microsoft.com/office/drawing/2014/main" id="{544939FD-5C8D-427E-9FD6-F260CDE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FRENCH COURSE AI</a:t>
            </a:r>
          </a:p>
        </p:txBody>
      </p:sp>
      <p:sp>
        <p:nvSpPr>
          <p:cNvPr id="3" name="text-156">
            <a:extLst xmlns:a="http://schemas.openxmlformats.org/drawingml/2006/main">
              <a:ext uri="{FF2B5EF4-FFF2-40B4-BE49-F238E27FC236}">
                <a16:creationId xmlns:a16="http://schemas.microsoft.com/office/drawing/2014/main" id="{97DD0386-7BAB-4036-9BE9-A5ADAE0D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4" name="text-157">
            <a:extLst xmlns:a="http://schemas.openxmlformats.org/drawingml/2006/main">
              <a:ext uri="{FF2B5EF4-FFF2-40B4-BE49-F238E27FC236}">
                <a16:creationId xmlns:a16="http://schemas.microsoft.com/office/drawing/2014/main" id="{66B3F3E1-2341-4B96-8732-75824E9E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isteğe bağlı; mahremiyet varsayılan</a:t>
            </a:r>
          </a:p>
        </p:txBody>
      </p:sp>
      <p:sp>
        <p:nvSpPr>
          <p:cNvPr id="5" name="text-158">
            <a:extLst xmlns:a="http://schemas.openxmlformats.org/drawingml/2006/main">
              <a:ext uri="{FF2B5EF4-FFF2-40B4-BE49-F238E27FC236}">
                <a16:creationId xmlns:a16="http://schemas.microsoft.com/office/drawing/2014/main" id="{B2A9AD16-F81A-4947-A427-53CD7798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AI is optional; privacy is the default  ·  L’IA est facultative; la confidentialité est la règle</a:t>
            </a:r>
          </a:p>
        </p:txBody>
      </p:sp>
      <p:sp>
        <p:nvSpPr>
          <p:cNvPr id="6" name="box-159">
            <a:extLst xmlns:a="http://schemas.openxmlformats.org/drawingml/2006/main">
              <a:ext uri="{FF2B5EF4-FFF2-40B4-BE49-F238E27FC236}">
                <a16:creationId xmlns:a16="http://schemas.microsoft.com/office/drawing/2014/main" id="{E5E11766-50FA-4DE5-BF4F-E6ED1A3C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dot-160">
            <a:extLst xmlns:a="http://schemas.openxmlformats.org/drawingml/2006/main">
              <a:ext uri="{FF2B5EF4-FFF2-40B4-BE49-F238E27FC236}">
                <a16:creationId xmlns:a16="http://schemas.microsoft.com/office/drawing/2014/main" id="{D7C61073-FE42-407B-B37C-E8655B0E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1">
            <a:extLst xmlns:a="http://schemas.openxmlformats.org/drawingml/2006/main">
              <a:ext uri="{FF2B5EF4-FFF2-40B4-BE49-F238E27FC236}">
                <a16:creationId xmlns:a16="http://schemas.microsoft.com/office/drawing/2014/main" id="{5AA26E4C-CFC5-42A9-8C08-E40CEC7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01 · CONTEXT</a:t>
            </a:r>
          </a:p>
        </p:txBody>
      </p:sp>
      <p:sp>
        <p:nvSpPr>
          <p:cNvPr id="9" name="text-162">
            <a:extLst xmlns:a="http://schemas.openxmlformats.org/drawingml/2006/main">
              <a:ext uri="{FF2B5EF4-FFF2-40B4-BE49-F238E27FC236}">
                <a16:creationId xmlns:a16="http://schemas.microsoft.com/office/drawing/2014/main" id="{9842C059-89C6-4248-A294-076AA43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Öğrenci bağlamı</a:t>
            </a:r>
          </a:p>
        </p:txBody>
      </p:sp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8CD5D473-D123-43BF-AADD-630B146E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Seviye, hedef ve etkin çalışma uygulama içinde derlenir.</a:t>
            </a:r>
          </a:p>
        </p:txBody>
      </p:sp>
      <p:sp>
        <p:nvSpPr>
          <p:cNvPr id="11" name="dot-164">
            <a:extLst xmlns:a="http://schemas.openxmlformats.org/drawingml/2006/main">
              <a:ext uri="{FF2B5EF4-FFF2-40B4-BE49-F238E27FC236}">
                <a16:creationId xmlns:a16="http://schemas.microsoft.com/office/drawing/2014/main" id="{6F7148AA-C938-4AE6-AD8F-582702C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65">
            <a:extLst xmlns:a="http://schemas.openxmlformats.org/drawingml/2006/main">
              <a:ext uri="{FF2B5EF4-FFF2-40B4-BE49-F238E27FC236}">
                <a16:creationId xmlns:a16="http://schemas.microsoft.com/office/drawing/2014/main" id="{55CBB57F-CF66-4227-9A18-0085EC59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02 · LOCAL MODEL</a:t>
            </a:r>
          </a:p>
        </p:txBody>
      </p:sp>
      <p:sp>
        <p:nvSpPr>
          <p:cNvPr id="13" name="text-166">
            <a:extLst xmlns:a="http://schemas.openxmlformats.org/drawingml/2006/main">
              <a:ext uri="{FF2B5EF4-FFF2-40B4-BE49-F238E27FC236}">
                <a16:creationId xmlns:a16="http://schemas.microsoft.com/office/drawing/2014/main" id="{B2B5D1B2-71FC-4E35-98DD-2CC73722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LM Studio / alt. uç</a:t>
            </a:r>
          </a:p>
        </p:txBody>
      </p:sp>
      <p:sp>
        <p:nvSpPr>
          <p:cNvPr id="14" name="text-167">
            <a:extLst xmlns:a="http://schemas.openxmlformats.org/drawingml/2006/main">
              <a:ext uri="{FF2B5EF4-FFF2-40B4-BE49-F238E27FC236}">
                <a16:creationId xmlns:a16="http://schemas.microsoft.com/office/drawing/2014/main" id="{E7D45C78-F30C-433D-9921-CA3485B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Önce yerel LM Studio; isteğe bağlı NVIDIA NIM veya özel OpenAI uyumlu uç. API anahtarı diske yazılmaz.</a:t>
            </a:r>
          </a:p>
        </p:txBody>
      </p:sp>
      <p:sp>
        <p:nvSpPr>
          <p:cNvPr id="15" name="dot-168">
            <a:extLst xmlns:a="http://schemas.openxmlformats.org/drawingml/2006/main">
              <a:ext uri="{FF2B5EF4-FFF2-40B4-BE49-F238E27FC236}">
                <a16:creationId xmlns:a16="http://schemas.microsoft.com/office/drawing/2014/main" id="{73F1F820-B484-41E7-AC66-FB93EF5D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69">
            <a:extLst xmlns:a="http://schemas.openxmlformats.org/drawingml/2006/main">
              <a:ext uri="{FF2B5EF4-FFF2-40B4-BE49-F238E27FC236}">
                <a16:creationId xmlns:a16="http://schemas.microsoft.com/office/drawing/2014/main" id="{E85EF3E8-9384-471D-A6E1-FD791E77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03 · RECORD</a:t>
            </a:r>
          </a:p>
        </p:txBody>
      </p:sp>
      <p:sp>
        <p:nvSpPr>
          <p:cNvPr id="17" name="text-170">
            <a:extLst xmlns:a="http://schemas.openxmlformats.org/drawingml/2006/main">
              <a:ext uri="{FF2B5EF4-FFF2-40B4-BE49-F238E27FC236}">
                <a16:creationId xmlns:a16="http://schemas.microsoft.com/office/drawing/2014/main" id="{F1F968F7-11F0-4B1C-9802-0FE9818D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Güvenli kayıt</a:t>
            </a:r>
          </a:p>
        </p:txBody>
      </p:sp>
      <p:sp>
        <p:nvSpPr>
          <p:cNvPr id="18" name="text-171">
            <a:extLst xmlns:a="http://schemas.openxmlformats.org/drawingml/2006/main">
              <a:ext uri="{FF2B5EF4-FFF2-40B4-BE49-F238E27FC236}">
                <a16:creationId xmlns:a16="http://schemas.microsoft.com/office/drawing/2014/main" id="{75AA6205-06CB-4AB1-8085-A20BEE9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Yalnızca süre, token sayısı ve durum tutulur; konuşma metni tutulmaz.</a:t>
            </a:r>
          </a:p>
        </p:txBody>
      </p:sp>
      <p:sp>
        <p:nvSpPr>
          <p:cNvPr id="19" name="box-172">
            <a:extLst xmlns:a="http://schemas.openxmlformats.org/drawingml/2006/main">
              <a:ext uri="{FF2B5EF4-FFF2-40B4-BE49-F238E27FC236}">
                <a16:creationId xmlns:a16="http://schemas.microsoft.com/office/drawing/2014/main" id="{102B5049-1B23-493B-8412-83223564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E5"/>
          </a:solidFill>
          <a:ln xmlns:a="http://schemas.openxmlformats.org/drawingml/2006/main" w="0">
            <a:solidFill>
              <a:srgbClr val="FFE5E5"/>
            </a:solidFill>
            <a:prstDash val="solid"/>
          </a:ln>
        </p:spPr>
      </p:sp>
      <p:sp>
        <p:nvSpPr>
          <p:cNvPr id="20" name="text-173">
            <a:extLst xmlns:a="http://schemas.openxmlformats.org/drawingml/2006/main">
              <a:ext uri="{FF2B5EF4-FFF2-40B4-BE49-F238E27FC236}">
                <a16:creationId xmlns:a16="http://schemas.microsoft.com/office/drawing/2014/main" id="{545A0ABA-717F-4CB6-9A05-EF3C309C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Çevrimdışı çekirdek / Offline core / cœur hors ligne — AI kapalıyken de tüm temel çalışma akışları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1104120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ox-174">
            <a:extLst xmlns:a="http://schemas.openxmlformats.org/drawingml/2006/main">
              <a:ext uri="{FF2B5EF4-FFF2-40B4-BE49-F238E27FC236}">
                <a16:creationId xmlns:a16="http://schemas.microsoft.com/office/drawing/2014/main" id="{A61AE751-C056-450D-8889-DD400F8B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70B3CCE1-110B-4CAB-A443-C53FD97A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TESLİME HAZIR · READY TO DELIVER · PRÊT À LIVRER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06A6487A-E557-4502-8233-A17DC08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Hazır.</a:t>
            </a:r>
          </a:p>
        </p:txBody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A855B37F-28F7-407E-96C6-8C4B84E9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Ready.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FF85EF30-0130-4C7B-AC83-1688B66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Prêt.</a:t>
            </a:r>
          </a:p>
        </p:txBody>
      </p:sp>
      <p:sp>
        <p:nvSpPr>
          <p:cNvPr id="6" name="text-179">
            <a:extLst xmlns:a="http://schemas.openxmlformats.org/drawingml/2006/main">
              <a:ext uri="{FF2B5EF4-FFF2-40B4-BE49-F238E27FC236}">
                <a16:creationId xmlns:a16="http://schemas.microsoft.com/office/drawing/2014/main" id="{748E5753-74A5-47F9-B8B5-A6CEF7AD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Bağımsız Windows uygulaması, belgeler, testler ve sunum tek pakette.</a:t>
            </a:r>
          </a:p>
        </p:txBody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51F0F5F5-9835-4859-8140-07143DF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8" name="text-181">
            <a:extLst xmlns:a="http://schemas.openxmlformats.org/drawingml/2006/main">
              <a:ext uri="{FF2B5EF4-FFF2-40B4-BE49-F238E27FC236}">
                <a16:creationId xmlns:a16="http://schemas.microsoft.com/office/drawing/2014/main" id="{D52E25F6-D6CF-4E1D-B6CB-98DA841A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88 / 88</a:t>
            </a:r>
          </a:p>
        </p:txBody>
      </p:sp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7FB8E4F9-2306-4F28-A70D-DBC0C0C5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text-183">
            <a:extLst xmlns:a="http://schemas.openxmlformats.org/drawingml/2006/main">
              <a:ext uri="{FF2B5EF4-FFF2-40B4-BE49-F238E27FC236}">
                <a16:creationId xmlns:a16="http://schemas.microsoft.com/office/drawing/2014/main" id="{766BCBFE-9EE0-43D7-B3D1-B74B9AB8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benzersiz A1 kelime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unique A1 words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mots A1 uniques</a:t>
            </a:r>
          </a:p>
        </p:txBody>
      </p:sp>
      <p:sp>
        <p:nvSpPr>
          <p:cNvPr id="11" name="text-184">
            <a:extLst xmlns:a="http://schemas.openxmlformats.org/drawingml/2006/main">
              <a:ext uri="{FF2B5EF4-FFF2-40B4-BE49-F238E27FC236}">
                <a16:creationId xmlns:a16="http://schemas.microsoft.com/office/drawing/2014/main" id="{56DF93DE-0090-463E-B681-9D5D313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otomatik test geçti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automated tests passed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tests automatisés réussis</a:t>
            </a:r>
          </a:p>
        </p:txBody>
      </p:sp>
      <p:sp>
        <p:nvSpPr>
          <p:cNvPr id="12" name="text-185">
            <a:extLst xmlns:a="http://schemas.openxmlformats.org/drawingml/2006/main">
              <a:ext uri="{FF2B5EF4-FFF2-40B4-BE49-F238E27FC236}">
                <a16:creationId xmlns:a16="http://schemas.microsoft.com/office/drawing/2014/main" id="{2D79842C-BE92-4FED-9900-C2AB9A5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öğrenme alanı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learning areas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espaces d’apprentissage</a:t>
            </a:r>
          </a:p>
        </p:txBody>
      </p:sp>
      <p:sp>
        <p:nvSpPr>
          <p:cNvPr id="13" name="box-186">
            <a:extLst xmlns:a="http://schemas.openxmlformats.org/drawingml/2006/main">
              <a:ext uri="{FF2B5EF4-FFF2-40B4-BE49-F238E27FC236}">
                <a16:creationId xmlns:a16="http://schemas.microsoft.com/office/drawing/2014/main" id="{80701FEF-428A-4C39-AEA8-CD0D15DE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668"/>
          </a:solidFill>
          <a:ln xmlns:a="http://schemas.openxmlformats.org/drawingml/2006/main" w="0">
            <a:solidFill>
              <a:srgbClr val="FF6668"/>
            </a:solidFill>
            <a:prstDash val="solid"/>
          </a:ln>
        </p:spPr>
      </p:sp>
      <p:sp>
        <p:nvSpPr>
          <p:cNvPr id="14" name="text-187">
            <a:extLst xmlns:a="http://schemas.openxmlformats.org/drawingml/2006/main">
              <a:ext uri="{FF2B5EF4-FFF2-40B4-BE49-F238E27FC236}">
                <a16:creationId xmlns:a16="http://schemas.microsoft.com/office/drawing/2014/main" id="{C12BD690-241C-467D-9EDA-617A9D76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 + source + docs + private GitHub + trilingual deck · EXE + kaynak + belgeler + GitHub privé + sunum trilingue</a:t>
            </a:r>
          </a:p>
        </p:txBody>
      </p:sp>
      <p:sp>
        <p:nvSpPr>
          <p:cNvPr id="15" name="text-188">
            <a:extLst xmlns:a="http://schemas.openxmlformats.org/drawingml/2006/main">
              <a:ext uri="{FF2B5EF4-FFF2-40B4-BE49-F238E27FC236}">
                <a16:creationId xmlns:a16="http://schemas.microsoft.com/office/drawing/2014/main" id="{B1906F56-1EDB-4A28-A091-7EA6424E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32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323A"/>
                </a:solidFill>
                <a:latin typeface="Arial"/>
                <a:ea typeface="Arial"/>
                <a:cs typeface="Arial"/>
              </a:rPr>
              <a:t>Windows 10/11 (x64) + macOS (Apple Silicon) — İndirme: github.com/Azizsekerdil/FrenchCourseAI/releases (v1.2.0) · (özel repo)</a:t>
            </a:r>
          </a:p>
        </p:txBody>
      </p:sp>
      <p:sp>
        <p:nvSpPr>
          <p:cNvPr id="16" name="text-189">
            <a:extLst xmlns:a="http://schemas.openxmlformats.org/drawingml/2006/main">
              <a:ext uri="{FF2B5EF4-FFF2-40B4-BE49-F238E27FC236}">
                <a16:creationId xmlns:a16="http://schemas.microsoft.com/office/drawing/2014/main" id="{71948E03-0A22-4717-8462-4B7E8D0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Windows 10/11 (x64) &amp; macOS (Apple Silicon) — Download: GitHub Releases (v1.2.0)</a:t>
            </a:r>
          </a:p>
        </p:txBody>
      </p:sp>
      <p:sp>
        <p:nvSpPr>
          <p:cNvPr id="17" name="text-190">
            <a:extLst xmlns:a="http://schemas.openxmlformats.org/drawingml/2006/main">
              <a:ext uri="{FF2B5EF4-FFF2-40B4-BE49-F238E27FC236}">
                <a16:creationId xmlns:a16="http://schemas.microsoft.com/office/drawing/2014/main" id="{A76AE6AE-237E-40C9-8BB4-DCB4B4B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macOS paketi Apple Silicon (arm64) içindir ve notarize edilmemiştir; ilk açılışta sağ tık → Aç. / Not notarized; first launch: right-click → Open.</a:t>
            </a:r>
          </a:p>
        </p:txBody>
      </p:sp>
    </p:spTree>
    <p:extLst>
      <p:ext uri="{BB962C8B-B14F-4D97-AF65-F5344CB8AC3E}">
        <p14:creationId xmlns:p14="http://schemas.microsoft.com/office/powerpoint/2010/main" val="1675832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2026-09-06T15:29:13.3370000Z</dcterms:created>
  <dcterms:modified xsi:type="dcterms:W3CDTF">2026-09-06T15:29:13.3370000Z</dcterms:modified>
</coreProperties>
</file>