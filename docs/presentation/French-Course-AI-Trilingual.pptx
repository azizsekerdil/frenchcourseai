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29c85d95bb445e" /><Relationship Type="http://schemas.openxmlformats.org/officeDocument/2006/relationships/extended-properties" Target="/docProps/app.xml" Id="R9560fa879db9498e" /><Relationship Type="http://schemas.openxmlformats.org/officeDocument/2006/relationships/officeDocument" Target="/ppt/presentation.xml" Id="R6e7d032cc20146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246e0d762243b4"/>
  </p:sldMasterIdLst>
  <p:notesMasterIdLst>
    <p:notesMasterId xmlns:r="http://schemas.openxmlformats.org/officeDocument/2006/relationships" r:id="R84b71e0b80b742a2"/>
  </p:notesMasterIdLst>
  <p:sldIdLst>
    <p:sldId xmlns:r="http://schemas.openxmlformats.org/officeDocument/2006/relationships" id="256" r:id="R3537739081a143b6"/>
    <p:sldId xmlns:r="http://schemas.openxmlformats.org/officeDocument/2006/relationships" id="257" r:id="R3dc2dc7a9a234fe9"/>
    <p:sldId xmlns:r="http://schemas.openxmlformats.org/officeDocument/2006/relationships" id="258" r:id="R68eb7dfea4564f24"/>
    <p:sldId xmlns:r="http://schemas.openxmlformats.org/officeDocument/2006/relationships" id="259" r:id="R2d57ec27ef2c4ff9"/>
    <p:sldId xmlns:r="http://schemas.openxmlformats.org/officeDocument/2006/relationships" id="260" r:id="R3d728462470048dd"/>
    <p:sldId xmlns:r="http://schemas.openxmlformats.org/officeDocument/2006/relationships" id="261" r:id="Re6d28c063ce149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c2acfa1534466c" /><Relationship Type="http://schemas.openxmlformats.org/officeDocument/2006/relationships/slideMaster" Target="/ppt/slideMasters/slideMaster1.xml" Id="R04246e0d762243b4" /><Relationship Type="http://schemas.openxmlformats.org/officeDocument/2006/relationships/notesMaster" Target="/ppt/notesMasters/notesMaster1.xml" Id="R84b71e0b80b742a2" /><Relationship Type="http://schemas.openxmlformats.org/officeDocument/2006/relationships/presProps" Target="/ppt/presProps.xml" Id="Rc5013fc4c9a84ba6" /><Relationship Type="http://schemas.openxmlformats.org/officeDocument/2006/relationships/tableStyles" Target="/ppt/tableStyles.xml" Id="Rf5a1ca7efa1b4820" /><Relationship Type="http://schemas.openxmlformats.org/officeDocument/2006/relationships/slide" Target="/ppt/slides/slide1.xml" Id="R3537739081a143b6" /><Relationship Type="http://schemas.openxmlformats.org/officeDocument/2006/relationships/slide" Target="/ppt/slides/slide2.xml" Id="R3dc2dc7a9a234fe9" /><Relationship Type="http://schemas.openxmlformats.org/officeDocument/2006/relationships/slide" Target="/ppt/slides/slide3.xml" Id="R68eb7dfea4564f24" /><Relationship Type="http://schemas.openxmlformats.org/officeDocument/2006/relationships/slide" Target="/ppt/slides/slide4.xml" Id="R2d57ec27ef2c4ff9" /><Relationship Type="http://schemas.openxmlformats.org/officeDocument/2006/relationships/slide" Target="/ppt/slides/slide5.xml" Id="R3d728462470048dd" /><Relationship Type="http://schemas.openxmlformats.org/officeDocument/2006/relationships/slide" Target="/ppt/slides/slide6.xml" Id="Re6d28c063ce149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be5eec707043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79a17e065448e4" /><Relationship Type="http://schemas.openxmlformats.org/officeDocument/2006/relationships/notesMaster" Target="/ppt/notesMasters/notesMaster1.xml" Id="Rcc62924f352e4b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c0f2c0bcc5414d" /><Relationship Type="http://schemas.openxmlformats.org/officeDocument/2006/relationships/notesMaster" Target="/ppt/notesMasters/notesMaster1.xml" Id="R26416812a32b43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fad53ce75b4be1" /><Relationship Type="http://schemas.openxmlformats.org/officeDocument/2006/relationships/notesMaster" Target="/ppt/notesMasters/notesMaster1.xml" Id="Re137262dba5d45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d29c4c7458408f" /><Relationship Type="http://schemas.openxmlformats.org/officeDocument/2006/relationships/notesMaster" Target="/ppt/notesMasters/notesMaster1.xml" Id="Re7cf7f89230047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73819b94a04292" /><Relationship Type="http://schemas.openxmlformats.org/officeDocument/2006/relationships/notesMaster" Target="/ppt/notesMasters/notesMaster1.xml" Id="Rc8439381e1cd42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70be2cbb89477c" /><Relationship Type="http://schemas.openxmlformats.org/officeDocument/2006/relationships/notesMaster" Target="/ppt/notesMasters/notesMaster1.xml" Id="R0eb69d56e4d44d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D:/GE_FR/FrenchCourseAI/assets/app-final.png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D:/GE_FR/FrenchCourseAI/docs/presentation/assets/french-course-ai-screenshot.jpg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https://en.wikibooks.org/wiki/French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fca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fca/ai.py and fca/db.py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French Course AI local build output</a:t>
            </a:r>
          </a:p>
          <a:p xmlns:a="http://schemas.openxmlformats.org/drawingml/2006/main">
            <a:r>
              <a:t>- French Course AI pytest results</a:t>
            </a:r>
          </a:p>
          <a:p xmlns:a="http://schemas.openxmlformats.org/drawingml/2006/main">
            <a:r>
              <a:t>- https://github.com/Azizsekerdil/FrenchCourseAI/releases/tag/v1.1.0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2fb158059f43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c72fa2c8c74dbf" /><Relationship Type="http://schemas.openxmlformats.org/officeDocument/2006/relationships/slideLayout" Target="/ppt/slideLayouts/slideLayout1.xml" Id="R63755a814d43430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755a814d43430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ed48d7a6b84b17" /><Relationship Type="http://schemas.openxmlformats.org/officeDocument/2006/relationships/image" Target="/ppt/media/image.png" Id="R0be58c9928da4e5d" /><Relationship Type="http://schemas.openxmlformats.org/officeDocument/2006/relationships/notesSlide" Target="/ppt/notesSlides/notesSlide1.xml" Id="R3d01569f3f5b46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98edb78cd4929" /><Relationship Type="http://schemas.openxmlformats.org/officeDocument/2006/relationships/image" Target="/ppt/media/image.jpeg" Id="R4c04723e8677416a" /><Relationship Type="http://schemas.openxmlformats.org/officeDocument/2006/relationships/notesSlide" Target="/ppt/notesSlides/notesSlide2.xml" Id="Rfbcacfcef73043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02de541524a51" /><Relationship Type="http://schemas.openxmlformats.org/officeDocument/2006/relationships/notesSlide" Target="/ppt/notesSlides/notesSlide3.xml" Id="R91507a4984b8404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c4c75f6f0d4200" /><Relationship Type="http://schemas.openxmlformats.org/officeDocument/2006/relationships/notesSlide" Target="/ppt/notesSlides/notesSlide4.xml" Id="Rf4bfc3eb171742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3109febf454aac" /><Relationship Type="http://schemas.openxmlformats.org/officeDocument/2006/relationships/notesSlide" Target="/ppt/notesSlides/notesSlide5.xml" Id="R58c141bc5db24f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5fab6bd6c4ecd" /><Relationship Type="http://schemas.openxmlformats.org/officeDocument/2006/relationships/notesSlide" Target="/ppt/notesSlides/notesSlide6.xml" Id="Reea62222c4e14b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96">
            <a:extLst xmlns:a="http://schemas.openxmlformats.org/drawingml/2006/main">
              <a:ext uri="{FF2B5EF4-FFF2-40B4-BE49-F238E27FC236}">
                <a16:creationId xmlns:a16="http://schemas.microsoft.com/office/drawing/2014/main" id="{B568EEBB-CD44-4F94-B0A4-21655784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97">
            <a:extLst xmlns:a="http://schemas.openxmlformats.org/drawingml/2006/main">
              <a:ext uri="{FF2B5EF4-FFF2-40B4-BE49-F238E27FC236}">
                <a16:creationId xmlns:a16="http://schemas.microsoft.com/office/drawing/2014/main" id="{6390E38E-3789-493A-82C2-8BBB46EF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98">
            <a:extLst xmlns:a="http://schemas.openxmlformats.org/drawingml/2006/main">
              <a:ext uri="{FF2B5EF4-FFF2-40B4-BE49-F238E27FC236}">
                <a16:creationId xmlns:a16="http://schemas.microsoft.com/office/drawing/2014/main" id="{7B487C0A-7D2B-48C7-8421-475EEACF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99">
            <a:extLst xmlns:a="http://schemas.openxmlformats.org/drawingml/2006/main">
              <a:ext uri="{FF2B5EF4-FFF2-40B4-BE49-F238E27FC236}">
                <a16:creationId xmlns:a16="http://schemas.microsoft.com/office/drawing/2014/main" id="{6371B71C-D786-466F-A15B-8FEDF4E8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433B53B6-4440-48A2-B36E-32A0ACD8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6" name="text-101">
            <a:extLst xmlns:a="http://schemas.openxmlformats.org/drawingml/2006/main">
              <a:ext uri="{FF2B5EF4-FFF2-40B4-BE49-F238E27FC236}">
                <a16:creationId xmlns:a16="http://schemas.microsoft.com/office/drawing/2014/main" id="{8CB04D6D-F064-4113-A91D-6DE4BA02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Français</a:t>
            </a:r>
          </a:p>
        </p:txBody>
      </p:sp>
      <p:sp>
        <p:nvSpPr>
          <p:cNvPr id="7" name="text-102">
            <a:extLst xmlns:a="http://schemas.openxmlformats.org/drawingml/2006/main">
              <a:ext uri="{FF2B5EF4-FFF2-40B4-BE49-F238E27FC236}">
                <a16:creationId xmlns:a16="http://schemas.microsoft.com/office/drawing/2014/main" id="{169ACB3A-F10B-4A1E-BB32-AA9CDB9B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Fransızca öğrenimi</a:t>
            </a:r>
          </a:p>
        </p:txBody>
      </p:sp>
      <p:sp>
        <p:nvSpPr>
          <p:cNvPr id="8" name="text-103">
            <a:extLst xmlns:a="http://schemas.openxmlformats.org/drawingml/2006/main">
              <a:ext uri="{FF2B5EF4-FFF2-40B4-BE49-F238E27FC236}">
                <a16:creationId xmlns:a16="http://schemas.microsoft.com/office/drawing/2014/main" id="{9ABFC12C-6A66-4834-8789-8DFC6B26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French learning</a:t>
            </a:r>
          </a:p>
        </p:txBody>
      </p:sp>
      <p:sp>
        <p:nvSpPr>
          <p:cNvPr id="9" name="text-104">
            <a:extLst xmlns:a="http://schemas.openxmlformats.org/drawingml/2006/main">
              <a:ext uri="{FF2B5EF4-FFF2-40B4-BE49-F238E27FC236}">
                <a16:creationId xmlns:a16="http://schemas.microsoft.com/office/drawing/2014/main" id="{E84D0AC2-1E9E-46ED-B6B2-E4AAA95B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 apprentissage local et mesurable du français</a:t>
            </a:r>
          </a:p>
        </p:txBody>
      </p:sp>
      <p:sp>
        <p:nvSpPr>
          <p:cNvPr id="10" name="box-105">
            <a:extLst xmlns:a="http://schemas.openxmlformats.org/drawingml/2006/main">
              <a:ext uri="{FF2B5EF4-FFF2-40B4-BE49-F238E27FC236}">
                <a16:creationId xmlns:a16="http://schemas.microsoft.com/office/drawing/2014/main" id="{A95CFDF9-6D2A-479C-BC5D-594F4E38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19050">
            <a:solidFill>
              <a:srgbClr val="FF6668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e58c9928da4e5d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06">
            <a:extLst xmlns:a="http://schemas.openxmlformats.org/drawingml/2006/main">
              <a:ext uri="{FF2B5EF4-FFF2-40B4-BE49-F238E27FC236}">
                <a16:creationId xmlns:a16="http://schemas.microsoft.com/office/drawing/2014/main" id="{0CA07EFD-F8E4-4085-925B-7E4249B4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18241510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07">
            <a:extLst xmlns:a="http://schemas.openxmlformats.org/drawingml/2006/main">
              <a:ext uri="{FF2B5EF4-FFF2-40B4-BE49-F238E27FC236}">
                <a16:creationId xmlns:a16="http://schemas.microsoft.com/office/drawing/2014/main" id="{52CA93C5-B4DC-4CFB-A934-ABBE7764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08">
            <a:extLst xmlns:a="http://schemas.openxmlformats.org/drawingml/2006/main">
              <a:ext uri="{FF2B5EF4-FFF2-40B4-BE49-F238E27FC236}">
                <a16:creationId xmlns:a16="http://schemas.microsoft.com/office/drawing/2014/main" id="{1D4420B2-4874-4400-B4DA-B6A87355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09">
            <a:extLst xmlns:a="http://schemas.openxmlformats.org/drawingml/2006/main">
              <a:ext uri="{FF2B5EF4-FFF2-40B4-BE49-F238E27FC236}">
                <a16:creationId xmlns:a16="http://schemas.microsoft.com/office/drawing/2014/main" id="{1081530D-EACE-4E12-9497-0969C3D0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10">
            <a:extLst xmlns:a="http://schemas.openxmlformats.org/drawingml/2006/main">
              <a:ext uri="{FF2B5EF4-FFF2-40B4-BE49-F238E27FC236}">
                <a16:creationId xmlns:a16="http://schemas.microsoft.com/office/drawing/2014/main" id="{199A8809-8D3A-41F9-974E-FF54D51F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Apprendre sans friction</a:t>
            </a:r>
          </a:p>
        </p:txBody>
      </p:sp>
      <p:sp>
        <p:nvSpPr>
          <p:cNvPr id="5" name="text-111">
            <a:extLst xmlns:a="http://schemas.openxmlformats.org/drawingml/2006/main">
              <a:ext uri="{FF2B5EF4-FFF2-40B4-BE49-F238E27FC236}">
                <a16:creationId xmlns:a16="http://schemas.microsoft.com/office/drawing/2014/main" id="{F035FAA0-095E-4792-B238-1768A9A2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12">
            <a:extLst xmlns:a="http://schemas.openxmlformats.org/drawingml/2006/main">
              <a:ext uri="{FF2B5EF4-FFF2-40B4-BE49-F238E27FC236}">
                <a16:creationId xmlns:a16="http://schemas.microsoft.com/office/drawing/2014/main" id="{D9240692-C966-4868-B4E3-115880B0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13">
            <a:extLst xmlns:a="http://schemas.openxmlformats.org/drawingml/2006/main">
              <a:ext uri="{FF2B5EF4-FFF2-40B4-BE49-F238E27FC236}">
                <a16:creationId xmlns:a16="http://schemas.microsoft.com/office/drawing/2014/main" id="{832E56A6-8058-4D00-BF1E-ACF45C1F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8" name="text-114">
            <a:extLst xmlns:a="http://schemas.openxmlformats.org/drawingml/2006/main">
              <a:ext uri="{FF2B5EF4-FFF2-40B4-BE49-F238E27FC236}">
                <a16:creationId xmlns:a16="http://schemas.microsoft.com/office/drawing/2014/main" id="{655D3E42-1462-4F2C-B352-79FEC0C4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espaces relient révision, vocabulaire, dictionnaire bilingue FR-EN, examen, grammaire et pratique dans un atelier Windows cohérent.</a:t>
            </a:r>
          </a:p>
        </p:txBody>
      </p:sp>
      <p:sp>
        <p:nvSpPr>
          <p:cNvPr id="9" name="text-115">
            <a:extLst xmlns:a="http://schemas.openxmlformats.org/drawingml/2006/main">
              <a:ext uri="{FF2B5EF4-FFF2-40B4-BE49-F238E27FC236}">
                <a16:creationId xmlns:a16="http://schemas.microsoft.com/office/drawing/2014/main" id="{497B82BB-12CB-4EF0-BD33-D4D17E16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116">
            <a:extLst xmlns:a="http://schemas.openxmlformats.org/drawingml/2006/main">
              <a:ext uri="{FF2B5EF4-FFF2-40B4-BE49-F238E27FC236}">
                <a16:creationId xmlns:a16="http://schemas.microsoft.com/office/drawing/2014/main" id="{B21E8043-DF0D-42C7-9ACC-36FB10CD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117">
            <a:extLst xmlns:a="http://schemas.openxmlformats.org/drawingml/2006/main">
              <a:ext uri="{FF2B5EF4-FFF2-40B4-BE49-F238E27FC236}">
                <a16:creationId xmlns:a16="http://schemas.microsoft.com/office/drawing/2014/main" id="{EC20DCBA-5FCB-4A9B-AD2E-D5C652C1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04723e8677416a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118">
            <a:extLst xmlns:a="http://schemas.openxmlformats.org/drawingml/2006/main">
              <a:ext uri="{FF2B5EF4-FFF2-40B4-BE49-F238E27FC236}">
                <a16:creationId xmlns:a16="http://schemas.microsoft.com/office/drawing/2014/main" id="{95E9C48F-5B04-4319-A7A9-A6AB165A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Application réelle</a:t>
            </a:r>
          </a:p>
        </p:txBody>
      </p:sp>
    </p:spTree>
    <p:extLst>
      <p:ext uri="{BB962C8B-B14F-4D97-AF65-F5344CB8AC3E}">
        <p14:creationId xmlns:p14="http://schemas.microsoft.com/office/powerpoint/2010/main" val="17960537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119">
            <a:extLst xmlns:a="http://schemas.openxmlformats.org/drawingml/2006/main">
              <a:ext uri="{FF2B5EF4-FFF2-40B4-BE49-F238E27FC236}">
                <a16:creationId xmlns:a16="http://schemas.microsoft.com/office/drawing/2014/main" id="{20B733C7-0BF7-4DA8-85C5-998A407E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20">
            <a:extLst xmlns:a="http://schemas.openxmlformats.org/drawingml/2006/main">
              <a:ext uri="{FF2B5EF4-FFF2-40B4-BE49-F238E27FC236}">
                <a16:creationId xmlns:a16="http://schemas.microsoft.com/office/drawing/2014/main" id="{A81DF5AA-BFD7-4C5B-BDA2-0A78B6CB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21">
            <a:extLst xmlns:a="http://schemas.openxmlformats.org/drawingml/2006/main">
              <a:ext uri="{FF2B5EF4-FFF2-40B4-BE49-F238E27FC236}">
                <a16:creationId xmlns:a16="http://schemas.microsoft.com/office/drawing/2014/main" id="{B7490012-3118-4951-9765-93046DCB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122">
            <a:extLst xmlns:a="http://schemas.openxmlformats.org/drawingml/2006/main">
              <a:ext uri="{FF2B5EF4-FFF2-40B4-BE49-F238E27FC236}">
                <a16:creationId xmlns:a16="http://schemas.microsoft.com/office/drawing/2014/main" id="{62F08ED5-23CB-427E-9406-9C040562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123">
            <a:extLst xmlns:a="http://schemas.openxmlformats.org/drawingml/2006/main">
              <a:ext uri="{FF2B5EF4-FFF2-40B4-BE49-F238E27FC236}">
                <a16:creationId xmlns:a16="http://schemas.microsoft.com/office/drawing/2014/main" id="{38618340-DC6B-4546-87EC-AAA05459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Le moteur d’apprentissage retient vos progrès</a:t>
            </a:r>
          </a:p>
        </p:txBody>
      </p:sp>
      <p:sp>
        <p:nvSpPr>
          <p:cNvPr id="6" name="text-124">
            <a:extLst xmlns:a="http://schemas.openxmlformats.org/drawingml/2006/main">
              <a:ext uri="{FF2B5EF4-FFF2-40B4-BE49-F238E27FC236}">
                <a16:creationId xmlns:a16="http://schemas.microsoft.com/office/drawing/2014/main" id="{8DC77991-41A0-4103-8E25-658D120E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125">
            <a:extLst xmlns:a="http://schemas.openxmlformats.org/drawingml/2006/main">
              <a:ext uri="{FF2B5EF4-FFF2-40B4-BE49-F238E27FC236}">
                <a16:creationId xmlns:a16="http://schemas.microsoft.com/office/drawing/2014/main" id="{FCB59E1D-CA09-4418-B6EE-7D6D2D5C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126">
            <a:extLst xmlns:a="http://schemas.openxmlformats.org/drawingml/2006/main">
              <a:ext uri="{FF2B5EF4-FFF2-40B4-BE49-F238E27FC236}">
                <a16:creationId xmlns:a16="http://schemas.microsoft.com/office/drawing/2014/main" id="{7242AF45-8C80-4819-A5D5-D361D92D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127">
            <a:extLst xmlns:a="http://schemas.openxmlformats.org/drawingml/2006/main">
              <a:ext uri="{FF2B5EF4-FFF2-40B4-BE49-F238E27FC236}">
                <a16:creationId xmlns:a16="http://schemas.microsoft.com/office/drawing/2014/main" id="{D14E668E-4A03-4145-BB4D-A767E4DA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128">
            <a:extLst xmlns:a="http://schemas.openxmlformats.org/drawingml/2006/main">
              <a:ext uri="{FF2B5EF4-FFF2-40B4-BE49-F238E27FC236}">
                <a16:creationId xmlns:a16="http://schemas.microsoft.com/office/drawing/2014/main" id="{57EE3C46-8CAC-44CF-8EFA-05A9AB66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129">
            <a:extLst xmlns:a="http://schemas.openxmlformats.org/drawingml/2006/main">
              <a:ext uri="{FF2B5EF4-FFF2-40B4-BE49-F238E27FC236}">
                <a16:creationId xmlns:a16="http://schemas.microsoft.com/office/drawing/2014/main" id="{D451FAB5-DF49-4A4E-9F32-C2410997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2" name="text-130">
            <a:extLst xmlns:a="http://schemas.openxmlformats.org/drawingml/2006/main">
              <a:ext uri="{FF2B5EF4-FFF2-40B4-BE49-F238E27FC236}">
                <a16:creationId xmlns:a16="http://schemas.microsoft.com/office/drawing/2014/main" id="{70C50154-897E-4B65-A8E0-DD9B6F81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131">
            <a:extLst xmlns:a="http://schemas.openxmlformats.org/drawingml/2006/main">
              <a:ext uri="{FF2B5EF4-FFF2-40B4-BE49-F238E27FC236}">
                <a16:creationId xmlns:a16="http://schemas.microsoft.com/office/drawing/2014/main" id="{B4E2AA88-6DD5-4939-A1D4-A31195B1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162 A1 entries, a 1,210-entry FR-EN dictionary, strict accented answers, exams, favorites and mistakes share one SQLite record.</a:t>
            </a:r>
          </a:p>
        </p:txBody>
      </p:sp>
      <p:sp>
        <p:nvSpPr>
          <p:cNvPr id="14" name="text-132">
            <a:extLst xmlns:a="http://schemas.openxmlformats.org/drawingml/2006/main">
              <a:ext uri="{FF2B5EF4-FFF2-40B4-BE49-F238E27FC236}">
                <a16:creationId xmlns:a16="http://schemas.microsoft.com/office/drawing/2014/main" id="{DF528D05-686C-4E70-BA33-ED947236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FRANÇAIS</a:t>
            </a:r>
          </a:p>
        </p:txBody>
      </p:sp>
      <p:sp>
        <p:nvSpPr>
          <p:cNvPr id="15" name="box-133">
            <a:extLst xmlns:a="http://schemas.openxmlformats.org/drawingml/2006/main">
              <a:ext uri="{FF2B5EF4-FFF2-40B4-BE49-F238E27FC236}">
                <a16:creationId xmlns:a16="http://schemas.microsoft.com/office/drawing/2014/main" id="{343AEB72-04C4-4909-B8E7-708B2BC1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134">
            <a:extLst xmlns:a="http://schemas.openxmlformats.org/drawingml/2006/main">
              <a:ext uri="{FF2B5EF4-FFF2-40B4-BE49-F238E27FC236}">
                <a16:creationId xmlns:a16="http://schemas.microsoft.com/office/drawing/2014/main" id="{8FDF7669-51DB-4EBE-ADCC-0CE2DDF0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Les progrès restent locaux</a:t>
            </a:r>
          </a:p>
        </p:txBody>
      </p:sp>
      <p:sp>
        <p:nvSpPr>
          <p:cNvPr id="17" name="text-135">
            <a:extLst xmlns:a="http://schemas.openxmlformats.org/drawingml/2006/main">
              <a:ext uri="{FF2B5EF4-FFF2-40B4-BE49-F238E27FC236}">
                <a16:creationId xmlns:a16="http://schemas.microsoft.com/office/drawing/2014/main" id="{94E3CBBE-7234-4257-820C-B4D988D5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Révisions, erreurs, favoris et examens sont enregistrés localement et restent explicables.</a:t>
            </a:r>
          </a:p>
        </p:txBody>
      </p:sp>
      <p:sp>
        <p:nvSpPr>
          <p:cNvPr id="18" name="text-136">
            <a:extLst xmlns:a="http://schemas.openxmlformats.org/drawingml/2006/main">
              <a:ext uri="{FF2B5EF4-FFF2-40B4-BE49-F238E27FC236}">
                <a16:creationId xmlns:a16="http://schemas.microsoft.com/office/drawing/2014/main" id="{5B4B88B6-8EBB-4417-AA7B-39A25EBE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catalogue de ressources: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4054080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37">
            <a:extLst xmlns:a="http://schemas.openxmlformats.org/drawingml/2006/main">
              <a:ext uri="{FF2B5EF4-FFF2-40B4-BE49-F238E27FC236}">
                <a16:creationId xmlns:a16="http://schemas.microsoft.com/office/drawing/2014/main" id="{772E8448-2C95-4E55-86BE-BE96ABE2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38">
            <a:extLst xmlns:a="http://schemas.openxmlformats.org/drawingml/2006/main">
              <a:ext uri="{FF2B5EF4-FFF2-40B4-BE49-F238E27FC236}">
                <a16:creationId xmlns:a16="http://schemas.microsoft.com/office/drawing/2014/main" id="{BC3A6C47-1F26-4A3A-B9D9-107EE824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39">
            <a:extLst xmlns:a="http://schemas.openxmlformats.org/drawingml/2006/main">
              <a:ext uri="{FF2B5EF4-FFF2-40B4-BE49-F238E27FC236}">
                <a16:creationId xmlns:a16="http://schemas.microsoft.com/office/drawing/2014/main" id="{E99F283A-98C1-4F3C-8D30-6344D013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140">
            <a:extLst xmlns:a="http://schemas.openxmlformats.org/drawingml/2006/main">
              <a:ext uri="{FF2B5EF4-FFF2-40B4-BE49-F238E27FC236}">
                <a16:creationId xmlns:a16="http://schemas.microsoft.com/office/drawing/2014/main" id="{DC2BBBA5-D5F4-4476-B8D3-76C89A25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 français mérite des outils précis</a:t>
            </a:r>
          </a:p>
        </p:txBody>
      </p:sp>
      <p:sp>
        <p:nvSpPr>
          <p:cNvPr id="5" name="text-141">
            <a:extLst xmlns:a="http://schemas.openxmlformats.org/drawingml/2006/main">
              <a:ext uri="{FF2B5EF4-FFF2-40B4-BE49-F238E27FC236}">
                <a16:creationId xmlns:a16="http://schemas.microsoft.com/office/drawing/2014/main" id="{00E5BBEE-9BBC-43EA-A14A-ADDF1126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Fransızcaya özgü laboratuvar  ·  A French-specific language lab</a:t>
            </a:r>
          </a:p>
        </p:txBody>
      </p:sp>
      <p:sp>
        <p:nvSpPr>
          <p:cNvPr id="6" name="box-142">
            <a:extLst xmlns:a="http://schemas.openxmlformats.org/drawingml/2006/main">
              <a:ext uri="{FF2B5EF4-FFF2-40B4-BE49-F238E27FC236}">
                <a16:creationId xmlns:a16="http://schemas.microsoft.com/office/drawing/2014/main" id="{63C443C3-0970-47C6-AD32-CDB75D78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143">
            <a:extLst xmlns:a="http://schemas.openxmlformats.org/drawingml/2006/main">
              <a:ext uri="{FF2B5EF4-FFF2-40B4-BE49-F238E27FC236}">
                <a16:creationId xmlns:a16="http://schemas.microsoft.com/office/drawing/2014/main" id="{DD6CC093-5DB8-409B-A27A-D743E531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l’école · les écoles</a:t>
            </a:r>
          </a:p>
        </p:txBody>
      </p:sp>
      <p:sp>
        <p:nvSpPr>
          <p:cNvPr id="8" name="text-144">
            <a:extLst xmlns:a="http://schemas.openxmlformats.org/drawingml/2006/main">
              <a:ext uri="{FF2B5EF4-FFF2-40B4-BE49-F238E27FC236}">
                <a16:creationId xmlns:a16="http://schemas.microsoft.com/office/drawing/2014/main" id="{A2BFC618-44EA-47E6-88D0-D1F73904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ve elision · articles and elision · articles et élision</a:t>
            </a:r>
          </a:p>
        </p:txBody>
      </p:sp>
      <p:sp>
        <p:nvSpPr>
          <p:cNvPr id="9" name="box-145">
            <a:extLst xmlns:a="http://schemas.openxmlformats.org/drawingml/2006/main">
              <a:ext uri="{FF2B5EF4-FFF2-40B4-BE49-F238E27FC236}">
                <a16:creationId xmlns:a16="http://schemas.microsoft.com/office/drawing/2014/main" id="{63E137E8-EF00-405F-91D4-31986B6D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146">
            <a:extLst xmlns:a="http://schemas.openxmlformats.org/drawingml/2006/main">
              <a:ext uri="{FF2B5EF4-FFF2-40B4-BE49-F238E27FC236}">
                <a16:creationId xmlns:a16="http://schemas.microsoft.com/office/drawing/2014/main" id="{7263430B-DFE2-4F63-AE99-E9B62B02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é · è · ê · ç</a:t>
            </a:r>
          </a:p>
        </p:txBody>
      </p:sp>
      <p:sp>
        <p:nvSpPr>
          <p:cNvPr id="11" name="text-147">
            <a:extLst xmlns:a="http://schemas.openxmlformats.org/drawingml/2006/main">
              <a:ext uri="{FF2B5EF4-FFF2-40B4-BE49-F238E27FC236}">
                <a16:creationId xmlns:a16="http://schemas.microsoft.com/office/drawing/2014/main" id="{0AF1B2E8-8838-40B9-95A1-D29A69DC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Aksan araması kontrollü · controlled accent search · recherche d’accents contrôlée</a:t>
            </a:r>
          </a:p>
        </p:txBody>
      </p:sp>
      <p:sp>
        <p:nvSpPr>
          <p:cNvPr id="12" name="box-148">
            <a:extLst xmlns:a="http://schemas.openxmlformats.org/drawingml/2006/main">
              <a:ext uri="{FF2B5EF4-FFF2-40B4-BE49-F238E27FC236}">
                <a16:creationId xmlns:a16="http://schemas.microsoft.com/office/drawing/2014/main" id="{D9B133E7-5E0C-4B52-B6E1-1949D708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149">
            <a:extLst xmlns:a="http://schemas.openxmlformats.org/drawingml/2006/main">
              <a:ext uri="{FF2B5EF4-FFF2-40B4-BE49-F238E27FC236}">
                <a16:creationId xmlns:a16="http://schemas.microsoft.com/office/drawing/2014/main" id="{A79D07B5-1D46-4E78-8D9E-483815EB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cœur · sœur · œuvre</a:t>
            </a:r>
          </a:p>
        </p:txBody>
      </p:sp>
      <p:sp>
        <p:nvSpPr>
          <p:cNvPr id="14" name="text-150">
            <a:extLst xmlns:a="http://schemas.openxmlformats.org/drawingml/2006/main">
              <a:ext uri="{FF2B5EF4-FFF2-40B4-BE49-F238E27FC236}">
                <a16:creationId xmlns:a16="http://schemas.microsoft.com/office/drawing/2014/main" id="{E258D1EC-7EDB-4D0B-9AF0-69D0105B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œ aramada esnek, yanıtta kesin · flexible search, strict answer · recherche souple, réponse exacte</a:t>
            </a:r>
          </a:p>
        </p:txBody>
      </p:sp>
      <p:sp>
        <p:nvSpPr>
          <p:cNvPr id="15" name="box-151">
            <a:extLst xmlns:a="http://schemas.openxmlformats.org/drawingml/2006/main">
              <a:ext uri="{FF2B5EF4-FFF2-40B4-BE49-F238E27FC236}">
                <a16:creationId xmlns:a16="http://schemas.microsoft.com/office/drawing/2014/main" id="{3D98830C-B4F4-4705-A20A-EC87E8FE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0EDB767C-7D58-4D7D-B15B-683F9015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yeux → l’œil (m)</a:t>
            </a:r>
          </a:p>
        </p:txBody>
      </p:sp>
      <p:sp>
        <p:nvSpPr>
          <p:cNvPr id="17" name="text-153">
            <a:extLst xmlns:a="http://schemas.openxmlformats.org/drawingml/2006/main">
              <a:ext uri="{FF2B5EF4-FFF2-40B4-BE49-F238E27FC236}">
                <a16:creationId xmlns:a16="http://schemas.microsoft.com/office/drawing/2014/main" id="{26B94BD2-FC29-40DF-AE55-C5A8580A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düzensiz çoğulu çözer · dictionary resolves irregular plurals · le dictionnaire retrouve le singulier</a:t>
            </a:r>
          </a:p>
        </p:txBody>
      </p:sp>
    </p:spTree>
    <p:extLst>
      <p:ext uri="{BB962C8B-B14F-4D97-AF65-F5344CB8AC3E}">
        <p14:creationId xmlns:p14="http://schemas.microsoft.com/office/powerpoint/2010/main" val="1785461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154">
            <a:extLst xmlns:a="http://schemas.openxmlformats.org/drawingml/2006/main">
              <a:ext uri="{FF2B5EF4-FFF2-40B4-BE49-F238E27FC236}">
                <a16:creationId xmlns:a16="http://schemas.microsoft.com/office/drawing/2014/main" id="{FAD64A88-EF53-421E-AA51-982028D5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55">
            <a:extLst xmlns:a="http://schemas.openxmlformats.org/drawingml/2006/main">
              <a:ext uri="{FF2B5EF4-FFF2-40B4-BE49-F238E27FC236}">
                <a16:creationId xmlns:a16="http://schemas.microsoft.com/office/drawing/2014/main" id="{8AE2E265-3DEE-4198-A0BB-2B648E46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56">
            <a:extLst xmlns:a="http://schemas.openxmlformats.org/drawingml/2006/main">
              <a:ext uri="{FF2B5EF4-FFF2-40B4-BE49-F238E27FC236}">
                <a16:creationId xmlns:a16="http://schemas.microsoft.com/office/drawing/2014/main" id="{B7838C0D-94F9-4B5F-8428-CD1F927D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157">
            <a:extLst xmlns:a="http://schemas.openxmlformats.org/drawingml/2006/main">
              <a:ext uri="{FF2B5EF4-FFF2-40B4-BE49-F238E27FC236}">
                <a16:creationId xmlns:a16="http://schemas.microsoft.com/office/drawing/2014/main" id="{85C16B06-0C9B-4B10-8D25-081CF832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158">
            <a:extLst xmlns:a="http://schemas.openxmlformats.org/drawingml/2006/main">
              <a:ext uri="{FF2B5EF4-FFF2-40B4-BE49-F238E27FC236}">
                <a16:creationId xmlns:a16="http://schemas.microsoft.com/office/drawing/2014/main" id="{CC52C43F-0C87-487E-8C84-3B8AE831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L’IA est facultative; la confidentialité est la règle</a:t>
            </a:r>
          </a:p>
        </p:txBody>
      </p:sp>
      <p:sp>
        <p:nvSpPr>
          <p:cNvPr id="6" name="box-159">
            <a:extLst xmlns:a="http://schemas.openxmlformats.org/drawingml/2006/main">
              <a:ext uri="{FF2B5EF4-FFF2-40B4-BE49-F238E27FC236}">
                <a16:creationId xmlns:a16="http://schemas.microsoft.com/office/drawing/2014/main" id="{35CE7BF3-71FB-4A50-A430-143FD7AD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160">
            <a:extLst xmlns:a="http://schemas.openxmlformats.org/drawingml/2006/main">
              <a:ext uri="{FF2B5EF4-FFF2-40B4-BE49-F238E27FC236}">
                <a16:creationId xmlns:a16="http://schemas.microsoft.com/office/drawing/2014/main" id="{B3A794AC-AE50-4509-BC75-19EE0A8C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1">
            <a:extLst xmlns:a="http://schemas.openxmlformats.org/drawingml/2006/main">
              <a:ext uri="{FF2B5EF4-FFF2-40B4-BE49-F238E27FC236}">
                <a16:creationId xmlns:a16="http://schemas.microsoft.com/office/drawing/2014/main" id="{34E45892-369B-48E6-8EAD-8194C999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162">
            <a:extLst xmlns:a="http://schemas.openxmlformats.org/drawingml/2006/main">
              <a:ext uri="{FF2B5EF4-FFF2-40B4-BE49-F238E27FC236}">
                <a16:creationId xmlns:a16="http://schemas.microsoft.com/office/drawing/2014/main" id="{612DEE05-5560-4734-B17B-1A6AB193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163">
            <a:extLst xmlns:a="http://schemas.openxmlformats.org/drawingml/2006/main">
              <a:ext uri="{FF2B5EF4-FFF2-40B4-BE49-F238E27FC236}">
                <a16:creationId xmlns:a16="http://schemas.microsoft.com/office/drawing/2014/main" id="{40CC8121-7455-4815-924E-967E10EB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164">
            <a:extLst xmlns:a="http://schemas.openxmlformats.org/drawingml/2006/main">
              <a:ext uri="{FF2B5EF4-FFF2-40B4-BE49-F238E27FC236}">
                <a16:creationId xmlns:a16="http://schemas.microsoft.com/office/drawing/2014/main" id="{B82E5388-2D1F-43EE-8004-C1A7BDE3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65">
            <a:extLst xmlns:a="http://schemas.openxmlformats.org/drawingml/2006/main">
              <a:ext uri="{FF2B5EF4-FFF2-40B4-BE49-F238E27FC236}">
                <a16:creationId xmlns:a16="http://schemas.microsoft.com/office/drawing/2014/main" id="{C8B64B5C-BF1C-4056-8ABD-83C73E6E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166">
            <a:extLst xmlns:a="http://schemas.openxmlformats.org/drawingml/2006/main">
              <a:ext uri="{FF2B5EF4-FFF2-40B4-BE49-F238E27FC236}">
                <a16:creationId xmlns:a16="http://schemas.microsoft.com/office/drawing/2014/main" id="{EF332CEB-05C1-4916-96DE-B83BBE26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 / alt. uç</a:t>
            </a:r>
          </a:p>
        </p:txBody>
      </p:sp>
      <p:sp>
        <p:nvSpPr>
          <p:cNvPr id="14" name="text-167">
            <a:extLst xmlns:a="http://schemas.openxmlformats.org/drawingml/2006/main">
              <a:ext uri="{FF2B5EF4-FFF2-40B4-BE49-F238E27FC236}">
                <a16:creationId xmlns:a16="http://schemas.microsoft.com/office/drawing/2014/main" id="{9EEF3A88-06FD-433D-8121-79FB9ED0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Önce yerel LM Studio; isteğe bağlı NVIDIA NIM veya özel OpenAI uyumlu uç. API anahtarı diske yazılmaz.</a:t>
            </a:r>
          </a:p>
        </p:txBody>
      </p:sp>
      <p:sp>
        <p:nvSpPr>
          <p:cNvPr id="15" name="dot-168">
            <a:extLst xmlns:a="http://schemas.openxmlformats.org/drawingml/2006/main">
              <a:ext uri="{FF2B5EF4-FFF2-40B4-BE49-F238E27FC236}">
                <a16:creationId xmlns:a16="http://schemas.microsoft.com/office/drawing/2014/main" id="{8C549CD1-31C1-4A9B-A24C-CD0E4CFD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69">
            <a:extLst xmlns:a="http://schemas.openxmlformats.org/drawingml/2006/main">
              <a:ext uri="{FF2B5EF4-FFF2-40B4-BE49-F238E27FC236}">
                <a16:creationId xmlns:a16="http://schemas.microsoft.com/office/drawing/2014/main" id="{89F28C62-63B1-4DBB-8AD6-F37EABE8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170">
            <a:extLst xmlns:a="http://schemas.openxmlformats.org/drawingml/2006/main">
              <a:ext uri="{FF2B5EF4-FFF2-40B4-BE49-F238E27FC236}">
                <a16:creationId xmlns:a16="http://schemas.microsoft.com/office/drawing/2014/main" id="{2C9C04D9-5053-403D-B7A3-67C8AC43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171">
            <a:extLst xmlns:a="http://schemas.openxmlformats.org/drawingml/2006/main">
              <a:ext uri="{FF2B5EF4-FFF2-40B4-BE49-F238E27FC236}">
                <a16:creationId xmlns:a16="http://schemas.microsoft.com/office/drawing/2014/main" id="{9E0BF4EF-5259-488C-8278-61FBCD60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172">
            <a:extLst xmlns:a="http://schemas.openxmlformats.org/drawingml/2006/main">
              <a:ext uri="{FF2B5EF4-FFF2-40B4-BE49-F238E27FC236}">
                <a16:creationId xmlns:a16="http://schemas.microsoft.com/office/drawing/2014/main" id="{F735ED2C-1FA0-4D50-AB90-92045F3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0">
            <a:solidFill>
              <a:srgbClr val="FFE5E5"/>
            </a:solidFill>
            <a:prstDash val="solid"/>
          </a:ln>
        </p:spPr>
      </p:sp>
      <p:sp>
        <p:nvSpPr>
          <p:cNvPr id="20" name="text-173">
            <a:extLst xmlns:a="http://schemas.openxmlformats.org/drawingml/2006/main">
              <a:ext uri="{FF2B5EF4-FFF2-40B4-BE49-F238E27FC236}">
                <a16:creationId xmlns:a16="http://schemas.microsoft.com/office/drawing/2014/main" id="{7FF74AAE-5F93-4D19-90C8-FC05526D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Çevrimdışı çekirdek / Offline core / cœur hors ligne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3420981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74">
            <a:extLst xmlns:a="http://schemas.openxmlformats.org/drawingml/2006/main">
              <a:ext uri="{FF2B5EF4-FFF2-40B4-BE49-F238E27FC236}">
                <a16:creationId xmlns:a16="http://schemas.microsoft.com/office/drawing/2014/main" id="{7565604A-90F0-431E-BD69-003023C9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75">
            <a:extLst xmlns:a="http://schemas.openxmlformats.org/drawingml/2006/main">
              <a:ext uri="{FF2B5EF4-FFF2-40B4-BE49-F238E27FC236}">
                <a16:creationId xmlns:a16="http://schemas.microsoft.com/office/drawing/2014/main" id="{5921C001-5EF5-4F57-9F9A-7387BE12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TESLİME HAZIR · READY TO DELIVER · PRÊT À LIVRER</a:t>
            </a:r>
          </a:p>
        </p:txBody>
      </p:sp>
      <p:sp>
        <p:nvSpPr>
          <p:cNvPr id="3" name="text-176">
            <a:extLst xmlns:a="http://schemas.openxmlformats.org/drawingml/2006/main">
              <a:ext uri="{FF2B5EF4-FFF2-40B4-BE49-F238E27FC236}">
                <a16:creationId xmlns:a16="http://schemas.microsoft.com/office/drawing/2014/main" id="{3015BD00-DD25-445B-8BC3-769AE972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177">
            <a:extLst xmlns:a="http://schemas.openxmlformats.org/drawingml/2006/main">
              <a:ext uri="{FF2B5EF4-FFF2-40B4-BE49-F238E27FC236}">
                <a16:creationId xmlns:a16="http://schemas.microsoft.com/office/drawing/2014/main" id="{14BC9C73-9CEF-4B23-AB09-ABE47F59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178">
            <a:extLst xmlns:a="http://schemas.openxmlformats.org/drawingml/2006/main">
              <a:ext uri="{FF2B5EF4-FFF2-40B4-BE49-F238E27FC236}">
                <a16:creationId xmlns:a16="http://schemas.microsoft.com/office/drawing/2014/main" id="{67A1C5CE-DDC2-4FA8-9D54-A550AE34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Prêt.</a:t>
            </a:r>
          </a:p>
        </p:txBody>
      </p:sp>
      <p:sp>
        <p:nvSpPr>
          <p:cNvPr id="6" name="text-179">
            <a:extLst xmlns:a="http://schemas.openxmlformats.org/drawingml/2006/main">
              <a:ext uri="{FF2B5EF4-FFF2-40B4-BE49-F238E27FC236}">
                <a16:creationId xmlns:a16="http://schemas.microsoft.com/office/drawing/2014/main" id="{EBAFADC1-9957-4F9E-A1AE-58078990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180">
            <a:extLst xmlns:a="http://schemas.openxmlformats.org/drawingml/2006/main">
              <a:ext uri="{FF2B5EF4-FFF2-40B4-BE49-F238E27FC236}">
                <a16:creationId xmlns:a16="http://schemas.microsoft.com/office/drawing/2014/main" id="{40238631-3635-4AB1-80E6-CCF2FF84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8" name="text-181">
            <a:extLst xmlns:a="http://schemas.openxmlformats.org/drawingml/2006/main">
              <a:ext uri="{FF2B5EF4-FFF2-40B4-BE49-F238E27FC236}">
                <a16:creationId xmlns:a16="http://schemas.microsoft.com/office/drawing/2014/main" id="{FB2BEE98-785F-4AF0-A26B-ADFFE960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62 / 62</a:t>
            </a:r>
          </a:p>
        </p:txBody>
      </p:sp>
      <p:sp>
        <p:nvSpPr>
          <p:cNvPr id="9" name="text-182">
            <a:extLst xmlns:a="http://schemas.openxmlformats.org/drawingml/2006/main">
              <a:ext uri="{FF2B5EF4-FFF2-40B4-BE49-F238E27FC236}">
                <a16:creationId xmlns:a16="http://schemas.microsoft.com/office/drawing/2014/main" id="{31FF7CFC-D8E2-4B7E-BBFB-0DB06E28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183">
            <a:extLst xmlns:a="http://schemas.openxmlformats.org/drawingml/2006/main">
              <a:ext uri="{FF2B5EF4-FFF2-40B4-BE49-F238E27FC236}">
                <a16:creationId xmlns:a16="http://schemas.microsoft.com/office/drawing/2014/main" id="{1B42DCCB-504D-4C2D-A998-D1BCE3DB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mots A1 uniques</a:t>
            </a:r>
          </a:p>
        </p:txBody>
      </p:sp>
      <p:sp>
        <p:nvSpPr>
          <p:cNvPr id="11" name="text-184">
            <a:extLst xmlns:a="http://schemas.openxmlformats.org/drawingml/2006/main">
              <a:ext uri="{FF2B5EF4-FFF2-40B4-BE49-F238E27FC236}">
                <a16:creationId xmlns:a16="http://schemas.microsoft.com/office/drawing/2014/main" id="{924E9802-D00A-486A-A04D-FC9F439E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tests automatisés réussis</a:t>
            </a:r>
          </a:p>
        </p:txBody>
      </p:sp>
      <p:sp>
        <p:nvSpPr>
          <p:cNvPr id="12" name="text-185">
            <a:extLst xmlns:a="http://schemas.openxmlformats.org/drawingml/2006/main">
              <a:ext uri="{FF2B5EF4-FFF2-40B4-BE49-F238E27FC236}">
                <a16:creationId xmlns:a16="http://schemas.microsoft.com/office/drawing/2014/main" id="{BE3AA4A2-C702-4D7E-956C-83B53AA4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espaces d’apprentissage</a:t>
            </a:r>
          </a:p>
        </p:txBody>
      </p:sp>
      <p:sp>
        <p:nvSpPr>
          <p:cNvPr id="13" name="box-186">
            <a:extLst xmlns:a="http://schemas.openxmlformats.org/drawingml/2006/main">
              <a:ext uri="{FF2B5EF4-FFF2-40B4-BE49-F238E27FC236}">
                <a16:creationId xmlns:a16="http://schemas.microsoft.com/office/drawing/2014/main" id="{CC80DDA1-3E8A-42BA-B9CC-04B9B312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4" name="text-187">
            <a:extLst xmlns:a="http://schemas.openxmlformats.org/drawingml/2006/main">
              <a:ext uri="{FF2B5EF4-FFF2-40B4-BE49-F238E27FC236}">
                <a16:creationId xmlns:a16="http://schemas.microsoft.com/office/drawing/2014/main" id="{86D29E27-0120-47DE-B0EF-5EC5769D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GitHub privé + sunum trilingue</a:t>
            </a:r>
          </a:p>
        </p:txBody>
      </p:sp>
      <p:sp>
        <p:nvSpPr>
          <p:cNvPr id="15" name="text-188">
            <a:extLst xmlns:a="http://schemas.openxmlformats.org/drawingml/2006/main">
              <a:ext uri="{FF2B5EF4-FFF2-40B4-BE49-F238E27FC236}">
                <a16:creationId xmlns:a16="http://schemas.microsoft.com/office/drawing/2014/main" id="{2EFB9BE0-9289-4FD7-885E-47D01472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github.com/Azizsekerdil/FrenchCourseAI/releases (v1.1.0) · (özel repo)</a:t>
            </a:r>
          </a:p>
        </p:txBody>
      </p:sp>
      <p:sp>
        <p:nvSpPr>
          <p:cNvPr id="16" name="text-189">
            <a:extLst xmlns:a="http://schemas.openxmlformats.org/drawingml/2006/main">
              <a:ext uri="{FF2B5EF4-FFF2-40B4-BE49-F238E27FC236}">
                <a16:creationId xmlns:a16="http://schemas.microsoft.com/office/drawing/2014/main" id="{FB1A4828-AD6F-43BA-BB20-CD9E9457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(v1.1.0)</a:t>
            </a:r>
          </a:p>
        </p:txBody>
      </p:sp>
      <p:sp>
        <p:nvSpPr>
          <p:cNvPr id="17" name="text-190">
            <a:extLst xmlns:a="http://schemas.openxmlformats.org/drawingml/2006/main">
              <a:ext uri="{FF2B5EF4-FFF2-40B4-BE49-F238E27FC236}">
                <a16:creationId xmlns:a16="http://schemas.microsoft.com/office/drawing/2014/main" id="{33B379C1-D365-41AC-A606-7D149199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11183328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2026-09-06T08:16:59.0210000Z</dcterms:created>
  <dcterms:modified xsi:type="dcterms:W3CDTF">2026-09-06T08:16:59.0210000Z</dcterms:modified>
</coreProperties>
</file>