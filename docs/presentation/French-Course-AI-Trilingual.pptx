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99c77046cb4e10" /><Relationship Type="http://schemas.openxmlformats.org/officeDocument/2006/relationships/extended-properties" Target="/docProps/app.xml" Id="R3e2362135fc74f02" /><Relationship Type="http://schemas.openxmlformats.org/officeDocument/2006/relationships/officeDocument" Target="/ppt/presentation.xml" Id="R56a0d1891be34d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4f159ec9d842a0"/>
  </p:sldMasterIdLst>
  <p:notesMasterIdLst>
    <p:notesMasterId xmlns:r="http://schemas.openxmlformats.org/officeDocument/2006/relationships" r:id="Reec88b6c44bb47fd"/>
  </p:notesMasterIdLst>
  <p:sldIdLst>
    <p:sldId xmlns:r="http://schemas.openxmlformats.org/officeDocument/2006/relationships" id="256" r:id="R1aea4bc2fb844e8b"/>
    <p:sldId xmlns:r="http://schemas.openxmlformats.org/officeDocument/2006/relationships" id="257" r:id="Rccea15b022f14725"/>
    <p:sldId xmlns:r="http://schemas.openxmlformats.org/officeDocument/2006/relationships" id="258" r:id="Re58a1d8681524206"/>
    <p:sldId xmlns:r="http://schemas.openxmlformats.org/officeDocument/2006/relationships" id="259" r:id="R6868c729d104476b"/>
    <p:sldId xmlns:r="http://schemas.openxmlformats.org/officeDocument/2006/relationships" id="260" r:id="Rf887e7f6d6dd4848"/>
    <p:sldId xmlns:r="http://schemas.openxmlformats.org/officeDocument/2006/relationships" id="261" r:id="Re580a034154b4c0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1c79ac588b498b" /><Relationship Type="http://schemas.openxmlformats.org/officeDocument/2006/relationships/slideMaster" Target="/ppt/slideMasters/slideMaster1.xml" Id="R274f159ec9d842a0" /><Relationship Type="http://schemas.openxmlformats.org/officeDocument/2006/relationships/notesMaster" Target="/ppt/notesMasters/notesMaster1.xml" Id="Reec88b6c44bb47fd" /><Relationship Type="http://schemas.openxmlformats.org/officeDocument/2006/relationships/presProps" Target="/ppt/presProps.xml" Id="R056d114d570a47c2" /><Relationship Type="http://schemas.openxmlformats.org/officeDocument/2006/relationships/tableStyles" Target="/ppt/tableStyles.xml" Id="R143db24ec0e34376" /><Relationship Type="http://schemas.openxmlformats.org/officeDocument/2006/relationships/slide" Target="/ppt/slides/slide1.xml" Id="R1aea4bc2fb844e8b" /><Relationship Type="http://schemas.openxmlformats.org/officeDocument/2006/relationships/slide" Target="/ppt/slides/slide2.xml" Id="Rccea15b022f14725" /><Relationship Type="http://schemas.openxmlformats.org/officeDocument/2006/relationships/slide" Target="/ppt/slides/slide3.xml" Id="Re58a1d8681524206" /><Relationship Type="http://schemas.openxmlformats.org/officeDocument/2006/relationships/slide" Target="/ppt/slides/slide4.xml" Id="R6868c729d104476b" /><Relationship Type="http://schemas.openxmlformats.org/officeDocument/2006/relationships/slide" Target="/ppt/slides/slide5.xml" Id="Rf887e7f6d6dd4848" /><Relationship Type="http://schemas.openxmlformats.org/officeDocument/2006/relationships/slide" Target="/ppt/slides/slide6.xml" Id="Re580a034154b4c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13911a601a48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1da5840d9e4d62" /><Relationship Type="http://schemas.openxmlformats.org/officeDocument/2006/relationships/notesMaster" Target="/ppt/notesMasters/notesMaster1.xml" Id="Rab65c9c0afcb4e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17771d320646c5" /><Relationship Type="http://schemas.openxmlformats.org/officeDocument/2006/relationships/notesMaster" Target="/ppt/notesMasters/notesMaster1.xml" Id="R5ed1624a29d049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bf77c7426f4a25" /><Relationship Type="http://schemas.openxmlformats.org/officeDocument/2006/relationships/notesMaster" Target="/ppt/notesMasters/notesMaster1.xml" Id="R189836ae567940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0ff6b8dec24857" /><Relationship Type="http://schemas.openxmlformats.org/officeDocument/2006/relationships/notesMaster" Target="/ppt/notesMasters/notesMaster1.xml" Id="Rbeb7e062227945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bc2a816d5e4fd4" /><Relationship Type="http://schemas.openxmlformats.org/officeDocument/2006/relationships/notesMaster" Target="/ppt/notesMasters/notesMaster1.xml" Id="Rf7f068836e184f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4c67b028964319" /><Relationship Type="http://schemas.openxmlformats.org/officeDocument/2006/relationships/notesMaster" Target="/ppt/notesMasters/notesMaster1.xml" Id="R6608a237f49244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D:/GE_FR/FrenchCourseAI/assets/app-final.png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D:/GE_FR/FrenchCourseAI/docs/presentation/assets/french-course-ai-screenshot.jpg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https://en.wikibooks.org/wiki/French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fca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fca/ai.py and fca/db.py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French Course AI local build output</a:t>
            </a:r>
          </a:p>
          <a:p xmlns:a="http://schemas.openxmlformats.org/drawingml/2006/main">
            <a:r>
              <a:t>- French Course AI pytest results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26513e82bf43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701c572544e4560" /><Relationship Type="http://schemas.openxmlformats.org/officeDocument/2006/relationships/slideLayout" Target="/ppt/slideLayouts/slideLayout1.xml" Id="R0c8e5b84db63411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8e5b84db6341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7536b3313f4313" /><Relationship Type="http://schemas.openxmlformats.org/officeDocument/2006/relationships/image" Target="/ppt/media/image.png" Id="R04b5788e36d44617" /><Relationship Type="http://schemas.openxmlformats.org/officeDocument/2006/relationships/notesSlide" Target="/ppt/notesSlides/notesSlide1.xml" Id="R2db2cb796fcf40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78c889b05a4b0b" /><Relationship Type="http://schemas.openxmlformats.org/officeDocument/2006/relationships/image" Target="/ppt/media/image.jpeg" Id="R644d9d946b2541ed" /><Relationship Type="http://schemas.openxmlformats.org/officeDocument/2006/relationships/notesSlide" Target="/ppt/notesSlides/notesSlide2.xml" Id="R17fba3f981174a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54d472a7c54a33" /><Relationship Type="http://schemas.openxmlformats.org/officeDocument/2006/relationships/notesSlide" Target="/ppt/notesSlides/notesSlide3.xml" Id="Rc13389e45d4b48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93d1a4b8564510" /><Relationship Type="http://schemas.openxmlformats.org/officeDocument/2006/relationships/notesSlide" Target="/ppt/notesSlides/notesSlide4.xml" Id="R4061b7b3098e47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3bcbdc687d423c" /><Relationship Type="http://schemas.openxmlformats.org/officeDocument/2006/relationships/notesSlide" Target="/ppt/notesSlides/notesSlide5.xml" Id="R954fce68b7cc43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f31f6d8875461c" /><Relationship Type="http://schemas.openxmlformats.org/officeDocument/2006/relationships/notesSlide" Target="/ppt/notesSlides/notesSlide6.xml" Id="R0fd1f52a116e4f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93">
            <a:extLst xmlns:a="http://schemas.openxmlformats.org/drawingml/2006/main">
              <a:ext uri="{FF2B5EF4-FFF2-40B4-BE49-F238E27FC236}">
                <a16:creationId xmlns:a16="http://schemas.microsoft.com/office/drawing/2014/main" id="{3D6AE8C3-5910-4141-BCAF-183F7131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94">
            <a:extLst xmlns:a="http://schemas.openxmlformats.org/drawingml/2006/main">
              <a:ext uri="{FF2B5EF4-FFF2-40B4-BE49-F238E27FC236}">
                <a16:creationId xmlns:a16="http://schemas.microsoft.com/office/drawing/2014/main" id="{5890B876-BC73-4325-93E6-847ED744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95">
            <a:extLst xmlns:a="http://schemas.openxmlformats.org/drawingml/2006/main">
              <a:ext uri="{FF2B5EF4-FFF2-40B4-BE49-F238E27FC236}">
                <a16:creationId xmlns:a16="http://schemas.microsoft.com/office/drawing/2014/main" id="{A1F9131A-025B-4DFF-A10E-040412A6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96">
            <a:extLst xmlns:a="http://schemas.openxmlformats.org/drawingml/2006/main">
              <a:ext uri="{FF2B5EF4-FFF2-40B4-BE49-F238E27FC236}">
                <a16:creationId xmlns:a16="http://schemas.microsoft.com/office/drawing/2014/main" id="{C4BE2F12-A022-4967-861A-1CB9EC86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97">
            <a:extLst xmlns:a="http://schemas.openxmlformats.org/drawingml/2006/main">
              <a:ext uri="{FF2B5EF4-FFF2-40B4-BE49-F238E27FC236}">
                <a16:creationId xmlns:a16="http://schemas.microsoft.com/office/drawing/2014/main" id="{DDC980AB-422A-4BF7-A2CF-E70410F7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6" name="text-98">
            <a:extLst xmlns:a="http://schemas.openxmlformats.org/drawingml/2006/main">
              <a:ext uri="{FF2B5EF4-FFF2-40B4-BE49-F238E27FC236}">
                <a16:creationId xmlns:a16="http://schemas.microsoft.com/office/drawing/2014/main" id="{CCB24E84-D9CE-4B55-A7CE-011EA689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Français</a:t>
            </a:r>
          </a:p>
        </p:txBody>
      </p:sp>
      <p:sp>
        <p:nvSpPr>
          <p:cNvPr id="7" name="text-99">
            <a:extLst xmlns:a="http://schemas.openxmlformats.org/drawingml/2006/main">
              <a:ext uri="{FF2B5EF4-FFF2-40B4-BE49-F238E27FC236}">
                <a16:creationId xmlns:a16="http://schemas.microsoft.com/office/drawing/2014/main" id="{9819C4AC-C4DD-4B32-9C16-FC977971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Fransızca öğrenimi</a:t>
            </a:r>
          </a:p>
        </p:txBody>
      </p:sp>
      <p:sp>
        <p:nvSpPr>
          <p:cNvPr id="8" name="text-100">
            <a:extLst xmlns:a="http://schemas.openxmlformats.org/drawingml/2006/main">
              <a:ext uri="{FF2B5EF4-FFF2-40B4-BE49-F238E27FC236}">
                <a16:creationId xmlns:a16="http://schemas.microsoft.com/office/drawing/2014/main" id="{6345A3A3-1BE9-469C-A865-9FC9AE5D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French learning</a:t>
            </a:r>
          </a:p>
        </p:txBody>
      </p:sp>
      <p:sp>
        <p:nvSpPr>
          <p:cNvPr id="9" name="text-101">
            <a:extLst xmlns:a="http://schemas.openxmlformats.org/drawingml/2006/main">
              <a:ext uri="{FF2B5EF4-FFF2-40B4-BE49-F238E27FC236}">
                <a16:creationId xmlns:a16="http://schemas.microsoft.com/office/drawing/2014/main" id="{4D8A6E69-4939-4395-B756-D63534EA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 apprentissage local et mesurable du français</a:t>
            </a:r>
          </a:p>
        </p:txBody>
      </p:sp>
      <p:sp>
        <p:nvSpPr>
          <p:cNvPr id="10" name="box-102">
            <a:extLst xmlns:a="http://schemas.openxmlformats.org/drawingml/2006/main">
              <a:ext uri="{FF2B5EF4-FFF2-40B4-BE49-F238E27FC236}">
                <a16:creationId xmlns:a16="http://schemas.microsoft.com/office/drawing/2014/main" id="{80631586-3871-41CA-834F-0484B32E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19050">
            <a:solidFill>
              <a:srgbClr val="FF6668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b5788e36d44617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03">
            <a:extLst xmlns:a="http://schemas.openxmlformats.org/drawingml/2006/main">
              <a:ext uri="{FF2B5EF4-FFF2-40B4-BE49-F238E27FC236}">
                <a16:creationId xmlns:a16="http://schemas.microsoft.com/office/drawing/2014/main" id="{ABC034BF-5D18-4D47-9077-02CEEECD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· Python · SQLite</a:t>
            </a:r>
          </a:p>
        </p:txBody>
      </p:sp>
    </p:spTree>
    <p:extLst>
      <p:ext uri="{BB962C8B-B14F-4D97-AF65-F5344CB8AC3E}">
        <p14:creationId xmlns:p14="http://schemas.microsoft.com/office/powerpoint/2010/main" val="18165306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04">
            <a:extLst xmlns:a="http://schemas.openxmlformats.org/drawingml/2006/main">
              <a:ext uri="{FF2B5EF4-FFF2-40B4-BE49-F238E27FC236}">
                <a16:creationId xmlns:a16="http://schemas.microsoft.com/office/drawing/2014/main" id="{6F975BAC-A172-4F10-8D66-BD71B13A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05">
            <a:extLst xmlns:a="http://schemas.openxmlformats.org/drawingml/2006/main">
              <a:ext uri="{FF2B5EF4-FFF2-40B4-BE49-F238E27FC236}">
                <a16:creationId xmlns:a16="http://schemas.microsoft.com/office/drawing/2014/main" id="{E64A0654-95D0-4F37-B94B-DB6675EC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06">
            <a:extLst xmlns:a="http://schemas.openxmlformats.org/drawingml/2006/main">
              <a:ext uri="{FF2B5EF4-FFF2-40B4-BE49-F238E27FC236}">
                <a16:creationId xmlns:a16="http://schemas.microsoft.com/office/drawing/2014/main" id="{D971E05B-B1B5-40D0-806F-053F0D85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07">
            <a:extLst xmlns:a="http://schemas.openxmlformats.org/drawingml/2006/main">
              <a:ext uri="{FF2B5EF4-FFF2-40B4-BE49-F238E27FC236}">
                <a16:creationId xmlns:a16="http://schemas.microsoft.com/office/drawing/2014/main" id="{83FFEC50-89B0-42EC-82FF-A7C1BEA4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Apprendre sans friction</a:t>
            </a:r>
          </a:p>
        </p:txBody>
      </p:sp>
      <p:sp>
        <p:nvSpPr>
          <p:cNvPr id="5" name="text-108">
            <a:extLst xmlns:a="http://schemas.openxmlformats.org/drawingml/2006/main">
              <a:ext uri="{FF2B5EF4-FFF2-40B4-BE49-F238E27FC236}">
                <a16:creationId xmlns:a16="http://schemas.microsoft.com/office/drawing/2014/main" id="{59059D0D-0A54-4F70-AFC3-DB43EBA3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09">
            <a:extLst xmlns:a="http://schemas.openxmlformats.org/drawingml/2006/main">
              <a:ext uri="{FF2B5EF4-FFF2-40B4-BE49-F238E27FC236}">
                <a16:creationId xmlns:a16="http://schemas.microsoft.com/office/drawing/2014/main" id="{074BAD88-DD87-44C5-A6AF-BEB8CFBE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10">
            <a:extLst xmlns:a="http://schemas.openxmlformats.org/drawingml/2006/main">
              <a:ext uri="{FF2B5EF4-FFF2-40B4-BE49-F238E27FC236}">
                <a16:creationId xmlns:a16="http://schemas.microsoft.com/office/drawing/2014/main" id="{A2632EAA-6220-4EBE-A695-D65B2C19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8" name="text-111">
            <a:extLst xmlns:a="http://schemas.openxmlformats.org/drawingml/2006/main">
              <a:ext uri="{FF2B5EF4-FFF2-40B4-BE49-F238E27FC236}">
                <a16:creationId xmlns:a16="http://schemas.microsoft.com/office/drawing/2014/main" id="{4CEBCB48-2EC5-48F2-862F-DFE6EC9E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 espaces relient révision, vocabulaire, examen, grammaire et pratique dans un atelier Windows cohérent.</a:t>
            </a:r>
          </a:p>
        </p:txBody>
      </p:sp>
      <p:sp>
        <p:nvSpPr>
          <p:cNvPr id="9" name="text-112">
            <a:extLst xmlns:a="http://schemas.openxmlformats.org/drawingml/2006/main">
              <a:ext uri="{FF2B5EF4-FFF2-40B4-BE49-F238E27FC236}">
                <a16:creationId xmlns:a16="http://schemas.microsoft.com/office/drawing/2014/main" id="{B79A1899-D35C-49A9-8586-4271C1F0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113">
            <a:extLst xmlns:a="http://schemas.openxmlformats.org/drawingml/2006/main">
              <a:ext uri="{FF2B5EF4-FFF2-40B4-BE49-F238E27FC236}">
                <a16:creationId xmlns:a16="http://schemas.microsoft.com/office/drawing/2014/main" id="{F435E173-D50B-47E1-81B2-2B781BC4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114">
            <a:extLst xmlns:a="http://schemas.openxmlformats.org/drawingml/2006/main">
              <a:ext uri="{FF2B5EF4-FFF2-40B4-BE49-F238E27FC236}">
                <a16:creationId xmlns:a16="http://schemas.microsoft.com/office/drawing/2014/main" id="{56A28998-A557-4D44-83A6-A5B536A7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d9d946b2541ed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115">
            <a:extLst xmlns:a="http://schemas.openxmlformats.org/drawingml/2006/main">
              <a:ext uri="{FF2B5EF4-FFF2-40B4-BE49-F238E27FC236}">
                <a16:creationId xmlns:a16="http://schemas.microsoft.com/office/drawing/2014/main" id="{85E106C3-902C-4651-8FC0-A68826C3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Application réelle</a:t>
            </a:r>
          </a:p>
        </p:txBody>
      </p:sp>
    </p:spTree>
    <p:extLst>
      <p:ext uri="{BB962C8B-B14F-4D97-AF65-F5344CB8AC3E}">
        <p14:creationId xmlns:p14="http://schemas.microsoft.com/office/powerpoint/2010/main" val="8264356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116">
            <a:extLst xmlns:a="http://schemas.openxmlformats.org/drawingml/2006/main">
              <a:ext uri="{FF2B5EF4-FFF2-40B4-BE49-F238E27FC236}">
                <a16:creationId xmlns:a16="http://schemas.microsoft.com/office/drawing/2014/main" id="{3B7E2B85-1D55-4F03-942A-D3810FEE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17">
            <a:extLst xmlns:a="http://schemas.openxmlformats.org/drawingml/2006/main">
              <a:ext uri="{FF2B5EF4-FFF2-40B4-BE49-F238E27FC236}">
                <a16:creationId xmlns:a16="http://schemas.microsoft.com/office/drawing/2014/main" id="{2938F4DD-C87F-4DA7-9E8B-1A556B587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18">
            <a:extLst xmlns:a="http://schemas.openxmlformats.org/drawingml/2006/main">
              <a:ext uri="{FF2B5EF4-FFF2-40B4-BE49-F238E27FC236}">
                <a16:creationId xmlns:a16="http://schemas.microsoft.com/office/drawing/2014/main" id="{748F8F29-D614-4873-B5FD-5C37173D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119">
            <a:extLst xmlns:a="http://schemas.openxmlformats.org/drawingml/2006/main">
              <a:ext uri="{FF2B5EF4-FFF2-40B4-BE49-F238E27FC236}">
                <a16:creationId xmlns:a16="http://schemas.microsoft.com/office/drawing/2014/main" id="{AF721E64-AE3D-449F-A518-33CAD8FB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120">
            <a:extLst xmlns:a="http://schemas.openxmlformats.org/drawingml/2006/main">
              <a:ext uri="{FF2B5EF4-FFF2-40B4-BE49-F238E27FC236}">
                <a16:creationId xmlns:a16="http://schemas.microsoft.com/office/drawing/2014/main" id="{4136ABD1-B3D7-4491-8D1F-3D3F9AFB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Le moteur d’apprentissage retient vos progrès</a:t>
            </a:r>
          </a:p>
        </p:txBody>
      </p:sp>
      <p:sp>
        <p:nvSpPr>
          <p:cNvPr id="6" name="text-121">
            <a:extLst xmlns:a="http://schemas.openxmlformats.org/drawingml/2006/main">
              <a:ext uri="{FF2B5EF4-FFF2-40B4-BE49-F238E27FC236}">
                <a16:creationId xmlns:a16="http://schemas.microsoft.com/office/drawing/2014/main" id="{4A6CED88-4BD6-47B6-8433-7D4E7728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122">
            <a:extLst xmlns:a="http://schemas.openxmlformats.org/drawingml/2006/main">
              <a:ext uri="{FF2B5EF4-FFF2-40B4-BE49-F238E27FC236}">
                <a16:creationId xmlns:a16="http://schemas.microsoft.com/office/drawing/2014/main" id="{D42BC98C-F7ED-46C6-9D20-077641DC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123">
            <a:extLst xmlns:a="http://schemas.openxmlformats.org/drawingml/2006/main">
              <a:ext uri="{FF2B5EF4-FFF2-40B4-BE49-F238E27FC236}">
                <a16:creationId xmlns:a16="http://schemas.microsoft.com/office/drawing/2014/main" id="{43DA7EAB-E648-4904-9F3C-25452BBD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124">
            <a:extLst xmlns:a="http://schemas.openxmlformats.org/drawingml/2006/main">
              <a:ext uri="{FF2B5EF4-FFF2-40B4-BE49-F238E27FC236}">
                <a16:creationId xmlns:a16="http://schemas.microsoft.com/office/drawing/2014/main" id="{1C5897E4-53A0-462D-9872-C542EE58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125">
            <a:extLst xmlns:a="http://schemas.openxmlformats.org/drawingml/2006/main">
              <a:ext uri="{FF2B5EF4-FFF2-40B4-BE49-F238E27FC236}">
                <a16:creationId xmlns:a16="http://schemas.microsoft.com/office/drawing/2014/main" id="{077C1EA1-43E6-454F-B1E4-235051ED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126">
            <a:extLst xmlns:a="http://schemas.openxmlformats.org/drawingml/2006/main">
              <a:ext uri="{FF2B5EF4-FFF2-40B4-BE49-F238E27FC236}">
                <a16:creationId xmlns:a16="http://schemas.microsoft.com/office/drawing/2014/main" id="{EC313C1D-F0AC-492D-A1EF-A1C400F2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2" name="text-127">
            <a:extLst xmlns:a="http://schemas.openxmlformats.org/drawingml/2006/main">
              <a:ext uri="{FF2B5EF4-FFF2-40B4-BE49-F238E27FC236}">
                <a16:creationId xmlns:a16="http://schemas.microsoft.com/office/drawing/2014/main" id="{F365439D-2176-456B-AB98-378C6CC1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128">
            <a:extLst xmlns:a="http://schemas.openxmlformats.org/drawingml/2006/main">
              <a:ext uri="{FF2B5EF4-FFF2-40B4-BE49-F238E27FC236}">
                <a16:creationId xmlns:a16="http://schemas.microsoft.com/office/drawing/2014/main" id="{AAB66F13-B924-4D82-90D6-83EC9B8E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162 A1 entries, strict accented answers, exams, favorites and mistakes share one SQLite record.</a:t>
            </a:r>
          </a:p>
        </p:txBody>
      </p:sp>
      <p:sp>
        <p:nvSpPr>
          <p:cNvPr id="14" name="text-129">
            <a:extLst xmlns:a="http://schemas.openxmlformats.org/drawingml/2006/main">
              <a:ext uri="{FF2B5EF4-FFF2-40B4-BE49-F238E27FC236}">
                <a16:creationId xmlns:a16="http://schemas.microsoft.com/office/drawing/2014/main" id="{08275AEF-3FC1-4A30-9FE6-949D92BE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FRANÇAIS</a:t>
            </a:r>
          </a:p>
        </p:txBody>
      </p:sp>
      <p:sp>
        <p:nvSpPr>
          <p:cNvPr id="15" name="box-130">
            <a:extLst xmlns:a="http://schemas.openxmlformats.org/drawingml/2006/main">
              <a:ext uri="{FF2B5EF4-FFF2-40B4-BE49-F238E27FC236}">
                <a16:creationId xmlns:a16="http://schemas.microsoft.com/office/drawing/2014/main" id="{BCCDBEC8-0B5C-4D4B-917F-EB63335D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131">
            <a:extLst xmlns:a="http://schemas.openxmlformats.org/drawingml/2006/main">
              <a:ext uri="{FF2B5EF4-FFF2-40B4-BE49-F238E27FC236}">
                <a16:creationId xmlns:a16="http://schemas.microsoft.com/office/drawing/2014/main" id="{CE2C12AA-C81E-4453-ADF7-A8EB39D1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Les progrès restent locaux</a:t>
            </a:r>
          </a:p>
        </p:txBody>
      </p:sp>
      <p:sp>
        <p:nvSpPr>
          <p:cNvPr id="17" name="text-132">
            <a:extLst xmlns:a="http://schemas.openxmlformats.org/drawingml/2006/main">
              <a:ext uri="{FF2B5EF4-FFF2-40B4-BE49-F238E27FC236}">
                <a16:creationId xmlns:a16="http://schemas.microsoft.com/office/drawing/2014/main" id="{A38EFA6C-4BBF-4698-833F-CB6449498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Révisions, erreurs, favoris et examens sont enregistrés localement et restent explicables.</a:t>
            </a:r>
          </a:p>
        </p:txBody>
      </p:sp>
      <p:sp>
        <p:nvSpPr>
          <p:cNvPr id="18" name="text-133">
            <a:extLst xmlns:a="http://schemas.openxmlformats.org/drawingml/2006/main">
              <a:ext uri="{FF2B5EF4-FFF2-40B4-BE49-F238E27FC236}">
                <a16:creationId xmlns:a16="http://schemas.microsoft.com/office/drawing/2014/main" id="{55CE1323-39E0-42B0-B44A-40327134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catalogue de ressources: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17857235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134">
            <a:extLst xmlns:a="http://schemas.openxmlformats.org/drawingml/2006/main">
              <a:ext uri="{FF2B5EF4-FFF2-40B4-BE49-F238E27FC236}">
                <a16:creationId xmlns:a16="http://schemas.microsoft.com/office/drawing/2014/main" id="{644A8E9E-4E0A-4963-95E5-09478DF4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35">
            <a:extLst xmlns:a="http://schemas.openxmlformats.org/drawingml/2006/main">
              <a:ext uri="{FF2B5EF4-FFF2-40B4-BE49-F238E27FC236}">
                <a16:creationId xmlns:a16="http://schemas.microsoft.com/office/drawing/2014/main" id="{DF2A74B0-B72B-4ED2-9DD3-32B5658B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36">
            <a:extLst xmlns:a="http://schemas.openxmlformats.org/drawingml/2006/main">
              <a:ext uri="{FF2B5EF4-FFF2-40B4-BE49-F238E27FC236}">
                <a16:creationId xmlns:a16="http://schemas.microsoft.com/office/drawing/2014/main" id="{54664793-9404-47C4-AA59-7AF6CA1C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137">
            <a:extLst xmlns:a="http://schemas.openxmlformats.org/drawingml/2006/main">
              <a:ext uri="{FF2B5EF4-FFF2-40B4-BE49-F238E27FC236}">
                <a16:creationId xmlns:a16="http://schemas.microsoft.com/office/drawing/2014/main" id="{CDBC777D-3F3E-401C-BD68-3BC070EE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 français mérite des outils précis</a:t>
            </a:r>
          </a:p>
        </p:txBody>
      </p:sp>
      <p:sp>
        <p:nvSpPr>
          <p:cNvPr id="5" name="text-138">
            <a:extLst xmlns:a="http://schemas.openxmlformats.org/drawingml/2006/main">
              <a:ext uri="{FF2B5EF4-FFF2-40B4-BE49-F238E27FC236}">
                <a16:creationId xmlns:a16="http://schemas.microsoft.com/office/drawing/2014/main" id="{51187C31-9746-4ABC-A5B0-0CE788F3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Fransızcaya özgü laboratuvar  ·  A French-specific language lab</a:t>
            </a:r>
          </a:p>
        </p:txBody>
      </p:sp>
      <p:sp>
        <p:nvSpPr>
          <p:cNvPr id="6" name="box-139">
            <a:extLst xmlns:a="http://schemas.openxmlformats.org/drawingml/2006/main">
              <a:ext uri="{FF2B5EF4-FFF2-40B4-BE49-F238E27FC236}">
                <a16:creationId xmlns:a16="http://schemas.microsoft.com/office/drawing/2014/main" id="{6B4ECD9E-6DCF-44F5-B7F2-998FB6B5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140">
            <a:extLst xmlns:a="http://schemas.openxmlformats.org/drawingml/2006/main">
              <a:ext uri="{FF2B5EF4-FFF2-40B4-BE49-F238E27FC236}">
                <a16:creationId xmlns:a16="http://schemas.microsoft.com/office/drawing/2014/main" id="{0C515DC2-F9C6-459D-9ACB-188A0458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l’école · les écoles</a:t>
            </a:r>
          </a:p>
        </p:txBody>
      </p:sp>
      <p:sp>
        <p:nvSpPr>
          <p:cNvPr id="8" name="text-141">
            <a:extLst xmlns:a="http://schemas.openxmlformats.org/drawingml/2006/main">
              <a:ext uri="{FF2B5EF4-FFF2-40B4-BE49-F238E27FC236}">
                <a16:creationId xmlns:a16="http://schemas.microsoft.com/office/drawing/2014/main" id="{B81B7B96-B09C-4D26-B5CF-332741E3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ve elision · articles and elision · articles et élision</a:t>
            </a:r>
          </a:p>
        </p:txBody>
      </p:sp>
      <p:sp>
        <p:nvSpPr>
          <p:cNvPr id="9" name="box-142">
            <a:extLst xmlns:a="http://schemas.openxmlformats.org/drawingml/2006/main">
              <a:ext uri="{FF2B5EF4-FFF2-40B4-BE49-F238E27FC236}">
                <a16:creationId xmlns:a16="http://schemas.microsoft.com/office/drawing/2014/main" id="{90D8C682-C6A5-4C7E-959B-24428DB5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143">
            <a:extLst xmlns:a="http://schemas.openxmlformats.org/drawingml/2006/main">
              <a:ext uri="{FF2B5EF4-FFF2-40B4-BE49-F238E27FC236}">
                <a16:creationId xmlns:a16="http://schemas.microsoft.com/office/drawing/2014/main" id="{3294922B-AA7E-48E2-B395-98BF7A42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é · è · ê · ç</a:t>
            </a:r>
          </a:p>
        </p:txBody>
      </p:sp>
      <p:sp>
        <p:nvSpPr>
          <p:cNvPr id="11" name="text-144">
            <a:extLst xmlns:a="http://schemas.openxmlformats.org/drawingml/2006/main">
              <a:ext uri="{FF2B5EF4-FFF2-40B4-BE49-F238E27FC236}">
                <a16:creationId xmlns:a16="http://schemas.microsoft.com/office/drawing/2014/main" id="{4E70F1A3-5EB0-4465-96FA-F45B0182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Aksan araması kontrollü · controlled accent search · recherche d’accents contrôlée</a:t>
            </a:r>
          </a:p>
        </p:txBody>
      </p:sp>
      <p:sp>
        <p:nvSpPr>
          <p:cNvPr id="12" name="box-145">
            <a:extLst xmlns:a="http://schemas.openxmlformats.org/drawingml/2006/main">
              <a:ext uri="{FF2B5EF4-FFF2-40B4-BE49-F238E27FC236}">
                <a16:creationId xmlns:a16="http://schemas.microsoft.com/office/drawing/2014/main" id="{4285CE00-2946-43F6-B8DD-F7EB9E97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146">
            <a:extLst xmlns:a="http://schemas.openxmlformats.org/drawingml/2006/main">
              <a:ext uri="{FF2B5EF4-FFF2-40B4-BE49-F238E27FC236}">
                <a16:creationId xmlns:a16="http://schemas.microsoft.com/office/drawing/2014/main" id="{D4FB2A22-CA28-4D9A-B916-C480226D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cœur · sœur · œuvre</a:t>
            </a:r>
          </a:p>
        </p:txBody>
      </p:sp>
      <p:sp>
        <p:nvSpPr>
          <p:cNvPr id="14" name="text-147">
            <a:extLst xmlns:a="http://schemas.openxmlformats.org/drawingml/2006/main">
              <a:ext uri="{FF2B5EF4-FFF2-40B4-BE49-F238E27FC236}">
                <a16:creationId xmlns:a16="http://schemas.microsoft.com/office/drawing/2014/main" id="{9EFE31B0-C57D-4D46-ADA5-3ECAB228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œ aramada esnek, yanıtta kesin · flexible search, strict answer · recherche souple, réponse exacte</a:t>
            </a:r>
          </a:p>
        </p:txBody>
      </p:sp>
      <p:sp>
        <p:nvSpPr>
          <p:cNvPr id="15" name="box-148">
            <a:extLst xmlns:a="http://schemas.openxmlformats.org/drawingml/2006/main">
              <a:ext uri="{FF2B5EF4-FFF2-40B4-BE49-F238E27FC236}">
                <a16:creationId xmlns:a16="http://schemas.microsoft.com/office/drawing/2014/main" id="{511D4DB3-40F0-443D-8229-0BCD92D3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149">
            <a:extLst xmlns:a="http://schemas.openxmlformats.org/drawingml/2006/main">
              <a:ext uri="{FF2B5EF4-FFF2-40B4-BE49-F238E27FC236}">
                <a16:creationId xmlns:a16="http://schemas.microsoft.com/office/drawing/2014/main" id="{64554A85-F567-4886-9462-3ABEA2A3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J’aime le français.</a:t>
            </a:r>
          </a:p>
        </p:txBody>
      </p:sp>
      <p:sp>
        <p:nvSpPr>
          <p:cNvPr id="17" name="text-150">
            <a:extLst xmlns:a="http://schemas.openxmlformats.org/drawingml/2006/main">
              <a:ext uri="{FF2B5EF4-FFF2-40B4-BE49-F238E27FC236}">
                <a16:creationId xmlns:a16="http://schemas.microsoft.com/office/drawing/2014/main" id="{BCACB060-610A-4FC2-B053-A06E8CD6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Kesme işareti anlamlıdır · apostrophes matter · l’apostrophe compte</a:t>
            </a:r>
          </a:p>
        </p:txBody>
      </p:sp>
    </p:spTree>
    <p:extLst>
      <p:ext uri="{BB962C8B-B14F-4D97-AF65-F5344CB8AC3E}">
        <p14:creationId xmlns:p14="http://schemas.microsoft.com/office/powerpoint/2010/main" val="1982964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151">
            <a:extLst xmlns:a="http://schemas.openxmlformats.org/drawingml/2006/main">
              <a:ext uri="{FF2B5EF4-FFF2-40B4-BE49-F238E27FC236}">
                <a16:creationId xmlns:a16="http://schemas.microsoft.com/office/drawing/2014/main" id="{BE741397-6ED3-491B-B3EC-2FB84765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52">
            <a:extLst xmlns:a="http://schemas.openxmlformats.org/drawingml/2006/main">
              <a:ext uri="{FF2B5EF4-FFF2-40B4-BE49-F238E27FC236}">
                <a16:creationId xmlns:a16="http://schemas.microsoft.com/office/drawing/2014/main" id="{9D190F9E-9536-4183-8422-C7547CA7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53">
            <a:extLst xmlns:a="http://schemas.openxmlformats.org/drawingml/2006/main">
              <a:ext uri="{FF2B5EF4-FFF2-40B4-BE49-F238E27FC236}">
                <a16:creationId xmlns:a16="http://schemas.microsoft.com/office/drawing/2014/main" id="{C0968A03-1607-48DF-8FD5-5BA96666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154">
            <a:extLst xmlns:a="http://schemas.openxmlformats.org/drawingml/2006/main">
              <a:ext uri="{FF2B5EF4-FFF2-40B4-BE49-F238E27FC236}">
                <a16:creationId xmlns:a16="http://schemas.microsoft.com/office/drawing/2014/main" id="{F1719F66-D95C-4D0E-A2EC-43434C98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155">
            <a:extLst xmlns:a="http://schemas.openxmlformats.org/drawingml/2006/main">
              <a:ext uri="{FF2B5EF4-FFF2-40B4-BE49-F238E27FC236}">
                <a16:creationId xmlns:a16="http://schemas.microsoft.com/office/drawing/2014/main" id="{27887B4C-EB40-4128-AD6D-1B9AE7BD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L’IA est facultative; la confidentialité est la règle</a:t>
            </a:r>
          </a:p>
        </p:txBody>
      </p:sp>
      <p:sp>
        <p:nvSpPr>
          <p:cNvPr id="6" name="box-156">
            <a:extLst xmlns:a="http://schemas.openxmlformats.org/drawingml/2006/main">
              <a:ext uri="{FF2B5EF4-FFF2-40B4-BE49-F238E27FC236}">
                <a16:creationId xmlns:a16="http://schemas.microsoft.com/office/drawing/2014/main" id="{7658875A-D91C-400F-B044-54E84711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157">
            <a:extLst xmlns:a="http://schemas.openxmlformats.org/drawingml/2006/main">
              <a:ext uri="{FF2B5EF4-FFF2-40B4-BE49-F238E27FC236}">
                <a16:creationId xmlns:a16="http://schemas.microsoft.com/office/drawing/2014/main" id="{3F2BE63D-EAD5-4AA2-A277-F0224883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58">
            <a:extLst xmlns:a="http://schemas.openxmlformats.org/drawingml/2006/main">
              <a:ext uri="{FF2B5EF4-FFF2-40B4-BE49-F238E27FC236}">
                <a16:creationId xmlns:a16="http://schemas.microsoft.com/office/drawing/2014/main" id="{A26BEA72-3A58-4889-B23E-8BC11D805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159">
            <a:extLst xmlns:a="http://schemas.openxmlformats.org/drawingml/2006/main">
              <a:ext uri="{FF2B5EF4-FFF2-40B4-BE49-F238E27FC236}">
                <a16:creationId xmlns:a16="http://schemas.microsoft.com/office/drawing/2014/main" id="{1FC23A5D-964B-4156-B8E5-E9BE831F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160">
            <a:extLst xmlns:a="http://schemas.openxmlformats.org/drawingml/2006/main">
              <a:ext uri="{FF2B5EF4-FFF2-40B4-BE49-F238E27FC236}">
                <a16:creationId xmlns:a16="http://schemas.microsoft.com/office/drawing/2014/main" id="{19733261-5D49-4826-9FFE-6B145EF5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161">
            <a:extLst xmlns:a="http://schemas.openxmlformats.org/drawingml/2006/main">
              <a:ext uri="{FF2B5EF4-FFF2-40B4-BE49-F238E27FC236}">
                <a16:creationId xmlns:a16="http://schemas.microsoft.com/office/drawing/2014/main" id="{360DA7F1-7C82-47A6-AB7E-F9C284AE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62">
            <a:extLst xmlns:a="http://schemas.openxmlformats.org/drawingml/2006/main">
              <a:ext uri="{FF2B5EF4-FFF2-40B4-BE49-F238E27FC236}">
                <a16:creationId xmlns:a16="http://schemas.microsoft.com/office/drawing/2014/main" id="{DE9C4D69-4DAF-4E97-90CC-F6DB80C5A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163">
            <a:extLst xmlns:a="http://schemas.openxmlformats.org/drawingml/2006/main">
              <a:ext uri="{FF2B5EF4-FFF2-40B4-BE49-F238E27FC236}">
                <a16:creationId xmlns:a16="http://schemas.microsoft.com/office/drawing/2014/main" id="{78463909-8349-4549-9E14-A4C245EC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</a:t>
            </a:r>
          </a:p>
        </p:txBody>
      </p:sp>
      <p:sp>
        <p:nvSpPr>
          <p:cNvPr id="14" name="text-164">
            <a:extLst xmlns:a="http://schemas.openxmlformats.org/drawingml/2006/main">
              <a:ext uri="{FF2B5EF4-FFF2-40B4-BE49-F238E27FC236}">
                <a16:creationId xmlns:a16="http://schemas.microsoft.com/office/drawing/2014/main" id="{33441DBD-0CAD-4060-8935-7AFBBE21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İstek yalnızca yerel uç noktaya gider; bağlantı yoksa akış güvenle kapanır.</a:t>
            </a:r>
          </a:p>
        </p:txBody>
      </p:sp>
      <p:sp>
        <p:nvSpPr>
          <p:cNvPr id="15" name="dot-165">
            <a:extLst xmlns:a="http://schemas.openxmlformats.org/drawingml/2006/main">
              <a:ext uri="{FF2B5EF4-FFF2-40B4-BE49-F238E27FC236}">
                <a16:creationId xmlns:a16="http://schemas.microsoft.com/office/drawing/2014/main" id="{6D74D34C-6DDC-42A0-AF7A-0A1C0EBB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66">
            <a:extLst xmlns:a="http://schemas.openxmlformats.org/drawingml/2006/main">
              <a:ext uri="{FF2B5EF4-FFF2-40B4-BE49-F238E27FC236}">
                <a16:creationId xmlns:a16="http://schemas.microsoft.com/office/drawing/2014/main" id="{99037446-62FC-4C47-B0A6-31F07B0E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167">
            <a:extLst xmlns:a="http://schemas.openxmlformats.org/drawingml/2006/main">
              <a:ext uri="{FF2B5EF4-FFF2-40B4-BE49-F238E27FC236}">
                <a16:creationId xmlns:a16="http://schemas.microsoft.com/office/drawing/2014/main" id="{8082348C-6393-4DD0-9DF9-DC2D976B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168">
            <a:extLst xmlns:a="http://schemas.openxmlformats.org/drawingml/2006/main">
              <a:ext uri="{FF2B5EF4-FFF2-40B4-BE49-F238E27FC236}">
                <a16:creationId xmlns:a16="http://schemas.microsoft.com/office/drawing/2014/main" id="{F1087681-E727-4EC2-BAB6-0A03CE58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169">
            <a:extLst xmlns:a="http://schemas.openxmlformats.org/drawingml/2006/main">
              <a:ext uri="{FF2B5EF4-FFF2-40B4-BE49-F238E27FC236}">
                <a16:creationId xmlns:a16="http://schemas.microsoft.com/office/drawing/2014/main" id="{2A89ACC1-BCE3-4CB5-A534-5767F8C0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0">
            <a:solidFill>
              <a:srgbClr val="FFE5E5"/>
            </a:solidFill>
            <a:prstDash val="solid"/>
          </a:ln>
        </p:spPr>
      </p:sp>
      <p:sp>
        <p:nvSpPr>
          <p:cNvPr id="20" name="text-170">
            <a:extLst xmlns:a="http://schemas.openxmlformats.org/drawingml/2006/main">
              <a:ext uri="{FF2B5EF4-FFF2-40B4-BE49-F238E27FC236}">
                <a16:creationId xmlns:a16="http://schemas.microsoft.com/office/drawing/2014/main" id="{8CC9FF0E-5CB3-4274-9878-7D1F3DDDF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Çevrimdışı çekirdek / Offline core / cœur hors ligne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5663855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box-171">
            <a:extLst xmlns:a="http://schemas.openxmlformats.org/drawingml/2006/main">
              <a:ext uri="{FF2B5EF4-FFF2-40B4-BE49-F238E27FC236}">
                <a16:creationId xmlns:a16="http://schemas.microsoft.com/office/drawing/2014/main" id="{C59CC45E-8C91-455B-8F31-E036E999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72">
            <a:extLst xmlns:a="http://schemas.openxmlformats.org/drawingml/2006/main">
              <a:ext uri="{FF2B5EF4-FFF2-40B4-BE49-F238E27FC236}">
                <a16:creationId xmlns:a16="http://schemas.microsoft.com/office/drawing/2014/main" id="{4EB1FDE6-CC75-4856-877F-E2361113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TESLİME HAZIR · READY TO DELIVER · PRÊT À LIVRER</a:t>
            </a:r>
          </a:p>
        </p:txBody>
      </p:sp>
      <p:sp>
        <p:nvSpPr>
          <p:cNvPr id="3" name="text-173">
            <a:extLst xmlns:a="http://schemas.openxmlformats.org/drawingml/2006/main">
              <a:ext uri="{FF2B5EF4-FFF2-40B4-BE49-F238E27FC236}">
                <a16:creationId xmlns:a16="http://schemas.microsoft.com/office/drawing/2014/main" id="{2BE818A9-7983-4696-9457-33D77C87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174">
            <a:extLst xmlns:a="http://schemas.openxmlformats.org/drawingml/2006/main">
              <a:ext uri="{FF2B5EF4-FFF2-40B4-BE49-F238E27FC236}">
                <a16:creationId xmlns:a16="http://schemas.microsoft.com/office/drawing/2014/main" id="{53F2EE92-CF57-4DCE-8549-C587EB36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175">
            <a:extLst xmlns:a="http://schemas.openxmlformats.org/drawingml/2006/main">
              <a:ext uri="{FF2B5EF4-FFF2-40B4-BE49-F238E27FC236}">
                <a16:creationId xmlns:a16="http://schemas.microsoft.com/office/drawing/2014/main" id="{CC32A8D9-4C42-479C-A9A7-73F470D9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Prêt.</a:t>
            </a:r>
          </a:p>
        </p:txBody>
      </p:sp>
      <p:sp>
        <p:nvSpPr>
          <p:cNvPr id="6" name="text-176">
            <a:extLst xmlns:a="http://schemas.openxmlformats.org/drawingml/2006/main">
              <a:ext uri="{FF2B5EF4-FFF2-40B4-BE49-F238E27FC236}">
                <a16:creationId xmlns:a16="http://schemas.microsoft.com/office/drawing/2014/main" id="{77EB9CF4-282B-43FD-9CD0-2151B9D1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177">
            <a:extLst xmlns:a="http://schemas.openxmlformats.org/drawingml/2006/main">
              <a:ext uri="{FF2B5EF4-FFF2-40B4-BE49-F238E27FC236}">
                <a16:creationId xmlns:a16="http://schemas.microsoft.com/office/drawing/2014/main" id="{ADE6F1BC-4EBC-4560-A12F-CB72EF83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162</a:t>
            </a:r>
          </a:p>
        </p:txBody>
      </p:sp>
      <p:sp>
        <p:nvSpPr>
          <p:cNvPr id="8" name="text-178">
            <a:extLst xmlns:a="http://schemas.openxmlformats.org/drawingml/2006/main">
              <a:ext uri="{FF2B5EF4-FFF2-40B4-BE49-F238E27FC236}">
                <a16:creationId xmlns:a16="http://schemas.microsoft.com/office/drawing/2014/main" id="{AAE08D48-935F-40A3-B668-0460E6AB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29 / 29</a:t>
            </a:r>
          </a:p>
        </p:txBody>
      </p:sp>
      <p:sp>
        <p:nvSpPr>
          <p:cNvPr id="9" name="text-179">
            <a:extLst xmlns:a="http://schemas.openxmlformats.org/drawingml/2006/main">
              <a:ext uri="{FF2B5EF4-FFF2-40B4-BE49-F238E27FC236}">
                <a16:creationId xmlns:a16="http://schemas.microsoft.com/office/drawing/2014/main" id="{962389B3-07DF-4F71-A2B4-49164E16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0" name="text-180">
            <a:extLst xmlns:a="http://schemas.openxmlformats.org/drawingml/2006/main">
              <a:ext uri="{FF2B5EF4-FFF2-40B4-BE49-F238E27FC236}">
                <a16:creationId xmlns:a16="http://schemas.microsoft.com/office/drawing/2014/main" id="{CF5FF58B-C883-4174-A0D0-D7F5069B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mots A1 uniques</a:t>
            </a:r>
          </a:p>
        </p:txBody>
      </p:sp>
      <p:sp>
        <p:nvSpPr>
          <p:cNvPr id="11" name="text-181">
            <a:extLst xmlns:a="http://schemas.openxmlformats.org/drawingml/2006/main">
              <a:ext uri="{FF2B5EF4-FFF2-40B4-BE49-F238E27FC236}">
                <a16:creationId xmlns:a16="http://schemas.microsoft.com/office/drawing/2014/main" id="{D4AEDA3A-B751-4C4F-AFAF-C52FE894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tests automatisés réussis</a:t>
            </a:r>
          </a:p>
        </p:txBody>
      </p:sp>
      <p:sp>
        <p:nvSpPr>
          <p:cNvPr id="12" name="text-182">
            <a:extLst xmlns:a="http://schemas.openxmlformats.org/drawingml/2006/main">
              <a:ext uri="{FF2B5EF4-FFF2-40B4-BE49-F238E27FC236}">
                <a16:creationId xmlns:a16="http://schemas.microsoft.com/office/drawing/2014/main" id="{7AA9D52A-C55E-4657-967A-22372E83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espaces d’apprentissage</a:t>
            </a:r>
          </a:p>
        </p:txBody>
      </p:sp>
      <p:sp>
        <p:nvSpPr>
          <p:cNvPr id="13" name="box-183">
            <a:extLst xmlns:a="http://schemas.openxmlformats.org/drawingml/2006/main">
              <a:ext uri="{FF2B5EF4-FFF2-40B4-BE49-F238E27FC236}">
                <a16:creationId xmlns:a16="http://schemas.microsoft.com/office/drawing/2014/main" id="{BEF8C99F-0548-43FA-AEFF-B7C0D5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4" name="text-184">
            <a:extLst xmlns:a="http://schemas.openxmlformats.org/drawingml/2006/main">
              <a:ext uri="{FF2B5EF4-FFF2-40B4-BE49-F238E27FC236}">
                <a16:creationId xmlns:a16="http://schemas.microsoft.com/office/drawing/2014/main" id="{63D6C122-E05F-4FC0-B043-A4BF538E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GitHub privé + sunum trilingue</a:t>
            </a:r>
          </a:p>
        </p:txBody>
      </p:sp>
    </p:spTree>
    <p:extLst>
      <p:ext uri="{BB962C8B-B14F-4D97-AF65-F5344CB8AC3E}">
        <p14:creationId xmlns:p14="http://schemas.microsoft.com/office/powerpoint/2010/main" val="18595267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2026-08-31T05:55:38.0450000Z</dcterms:created>
  <dcterms:modified xsi:type="dcterms:W3CDTF">2026-08-31T05:55:38.0450000Z</dcterms:modified>
</coreProperties>
</file>