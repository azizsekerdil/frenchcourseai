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4d4c6020284ee6" /><Relationship Type="http://schemas.openxmlformats.org/officeDocument/2006/relationships/extended-properties" Target="/docProps/app.xml" Id="R1775b6fa73a44805" /><Relationship Type="http://schemas.openxmlformats.org/officeDocument/2006/relationships/officeDocument" Target="/ppt/presentation.xml" Id="Rd2a708a1bc2a41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4d4c68d41d44f3"/>
  </p:sldMasterIdLst>
  <p:notesMasterIdLst>
    <p:notesMasterId xmlns:r="http://schemas.openxmlformats.org/officeDocument/2006/relationships" r:id="R9a521ef66fa04d2d"/>
  </p:notesMasterIdLst>
  <p:sldIdLst>
    <p:sldId xmlns:r="http://schemas.openxmlformats.org/officeDocument/2006/relationships" id="256" r:id="R564dd63254de4c90"/>
    <p:sldId xmlns:r="http://schemas.openxmlformats.org/officeDocument/2006/relationships" id="257" r:id="Rae00c5c8fae64004"/>
    <p:sldId xmlns:r="http://schemas.openxmlformats.org/officeDocument/2006/relationships" id="258" r:id="Rdf4a51b2a71e4b37"/>
    <p:sldId xmlns:r="http://schemas.openxmlformats.org/officeDocument/2006/relationships" id="259" r:id="R8df1746dd399459b"/>
    <p:sldId xmlns:r="http://schemas.openxmlformats.org/officeDocument/2006/relationships" id="260" r:id="R593f0ce49a5a4ac4"/>
    <p:sldId xmlns:r="http://schemas.openxmlformats.org/officeDocument/2006/relationships" id="261" r:id="R2af68b8838a14e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dfe9cf922241a9" /><Relationship Type="http://schemas.openxmlformats.org/officeDocument/2006/relationships/slideMaster" Target="/ppt/slideMasters/slideMaster1.xml" Id="Rf34d4c68d41d44f3" /><Relationship Type="http://schemas.openxmlformats.org/officeDocument/2006/relationships/notesMaster" Target="/ppt/notesMasters/notesMaster1.xml" Id="R9a521ef66fa04d2d" /><Relationship Type="http://schemas.openxmlformats.org/officeDocument/2006/relationships/presProps" Target="/ppt/presProps.xml" Id="R6741461927a2432c" /><Relationship Type="http://schemas.openxmlformats.org/officeDocument/2006/relationships/tableStyles" Target="/ppt/tableStyles.xml" Id="R64762219d2124343" /><Relationship Type="http://schemas.openxmlformats.org/officeDocument/2006/relationships/slide" Target="/ppt/slides/slide1.xml" Id="R564dd63254de4c90" /><Relationship Type="http://schemas.openxmlformats.org/officeDocument/2006/relationships/slide" Target="/ppt/slides/slide2.xml" Id="Rae00c5c8fae64004" /><Relationship Type="http://schemas.openxmlformats.org/officeDocument/2006/relationships/slide" Target="/ppt/slides/slide3.xml" Id="Rdf4a51b2a71e4b37" /><Relationship Type="http://schemas.openxmlformats.org/officeDocument/2006/relationships/slide" Target="/ppt/slides/slide4.xml" Id="R8df1746dd399459b" /><Relationship Type="http://schemas.openxmlformats.org/officeDocument/2006/relationships/slide" Target="/ppt/slides/slide5.xml" Id="R593f0ce49a5a4ac4" /><Relationship Type="http://schemas.openxmlformats.org/officeDocument/2006/relationships/slide" Target="/ppt/slides/slide6.xml" Id="R2af68b8838a14e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e0e3869c6046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1cefe611314b80" /><Relationship Type="http://schemas.openxmlformats.org/officeDocument/2006/relationships/notesMaster" Target="/ppt/notesMasters/notesMaster1.xml" Id="Rfdbcd653a36e4b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df75d517c940a3" /><Relationship Type="http://schemas.openxmlformats.org/officeDocument/2006/relationships/notesMaster" Target="/ppt/notesMasters/notesMaster1.xml" Id="Re882db27033843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50c1d6f2b84629" /><Relationship Type="http://schemas.openxmlformats.org/officeDocument/2006/relationships/notesMaster" Target="/ppt/notesMasters/notesMaster1.xml" Id="Rc08a60dc64aa45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b82355892e4e07" /><Relationship Type="http://schemas.openxmlformats.org/officeDocument/2006/relationships/notesMaster" Target="/ppt/notesMasters/notesMaster1.xml" Id="R5f6e86fe2daa40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fe7c9961ff405b" /><Relationship Type="http://schemas.openxmlformats.org/officeDocument/2006/relationships/notesMaster" Target="/ppt/notesMasters/notesMaster1.xml" Id="R97b40ecaded949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69df0cd3f14844" /><Relationship Type="http://schemas.openxmlformats.org/officeDocument/2006/relationships/notesMaster" Target="/ppt/notesMasters/notesMaster1.xml" Id="Rbe93ff3ee1cd44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D:/GE_FR/FrenchCourseAI/assets/app-final.png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D:/GE_FR/FrenchCourseAI/docs/presentation/assets/french-course-ai-screenshot.jpg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https://en.wikibooks.org/wiki/French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fca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fca/ai.py and fca/db.py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French Course AI local build output</a:t>
            </a:r>
          </a:p>
          <a:p xmlns:a="http://schemas.openxmlformats.org/drawingml/2006/main">
            <a:r>
              <a:t>- French Course AI pytest results</a:t>
            </a:r>
          </a:p>
          <a:p xmlns:a="http://schemas.openxmlformats.org/drawingml/2006/main">
            <a:r>
              <a:t>- https://github.com/Azizsekerdil/FrenchCourseAI/releases/tag/v1.0.0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e4c504017a4f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1e4f8f027349a9" /><Relationship Type="http://schemas.openxmlformats.org/officeDocument/2006/relationships/slideLayout" Target="/ppt/slideLayouts/slideLayout1.xml" Id="Rf292dd6faf6d4c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92dd6faf6d4c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4f6845afd4fe4" /><Relationship Type="http://schemas.openxmlformats.org/officeDocument/2006/relationships/image" Target="/ppt/media/image.png" Id="Re722dcd3292b4497" /><Relationship Type="http://schemas.openxmlformats.org/officeDocument/2006/relationships/notesSlide" Target="/ppt/notesSlides/notesSlide1.xml" Id="Rbdec28c7a7f643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aed0210614a12" /><Relationship Type="http://schemas.openxmlformats.org/officeDocument/2006/relationships/image" Target="/ppt/media/image.jpeg" Id="Rf6fe629e89eb4d73" /><Relationship Type="http://schemas.openxmlformats.org/officeDocument/2006/relationships/notesSlide" Target="/ppt/notesSlides/notesSlide2.xml" Id="Rd35e8be8d3734c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73adc0952498e" /><Relationship Type="http://schemas.openxmlformats.org/officeDocument/2006/relationships/notesSlide" Target="/ppt/notesSlides/notesSlide3.xml" Id="R84a8238761af4c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64123fa094a36" /><Relationship Type="http://schemas.openxmlformats.org/officeDocument/2006/relationships/notesSlide" Target="/ppt/notesSlides/notesSlide4.xml" Id="R1d43cea0630844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776a3afa54c24" /><Relationship Type="http://schemas.openxmlformats.org/officeDocument/2006/relationships/notesSlide" Target="/ppt/notesSlides/notesSlide5.xml" Id="R88ee110b171e45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1fa6bc8364e20" /><Relationship Type="http://schemas.openxmlformats.org/officeDocument/2006/relationships/notesSlide" Target="/ppt/notesSlides/notesSlide6.xml" Id="R2869384c8edf47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9140175E-7DF3-449B-8099-C92B7268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35A4A76-E9A0-49C2-BD33-92039229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2BBEB21E-59C3-4DA8-9B57-62E51755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9BFA9B81-ABE7-4DA3-8EF6-107F0A71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BF75E6D6-C50A-466E-BCA1-64F65434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FE0D0355-FD86-4AD1-BCCE-054A875F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Français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2328EEB9-3C6B-4324-8909-1BCCBCA9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Fransızca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FB19D1B5-AB3B-478D-9111-2D90E4BC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French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ACFD9834-6112-4C81-9540-A316A5BB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 apprentissage local et mesurable du français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CD190AE0-149C-4054-8F43-004C8C56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19050">
            <a:solidFill>
              <a:srgbClr val="FF666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22dcd3292b4497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8443A3E1-CEA5-4245-A42B-552CDF78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736601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D7DCD181-E2A5-4055-9422-BBD4094E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AA6075EB-8A99-407D-9769-E436FEB4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448EBA4C-95EF-4751-948B-029DE354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BF347A30-1F5B-4A39-9C1D-BC092BD9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Apprendre sans friction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07AE1E89-2FC7-4AF2-85A3-06C4379D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ABFC7643-DC26-4153-A99E-00EEB088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EEBA3134-C90A-4D62-A69D-E817673A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0DD37BAE-8385-4CBD-9615-7CEDD471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 espaces relient révision, vocabulaire, examen, grammaire et pratique dans un atelier Windows cohérent.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EA8E3825-E33A-425C-91F6-FE5D638E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841D04E4-79D8-4683-AE30-15C3AF1D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3C4F3CF1-3A18-45B2-B6C3-94D1007B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e629e89eb4d73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89421157-6C94-4446-864E-8531C9DA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Application réelle</a:t>
            </a:r>
          </a:p>
        </p:txBody>
      </p:sp>
    </p:spTree>
    <p:extLst>
      <p:ext uri="{BB962C8B-B14F-4D97-AF65-F5344CB8AC3E}">
        <p14:creationId xmlns:p14="http://schemas.microsoft.com/office/powerpoint/2010/main" val="2083834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68DCB4D9-A89C-41AD-BAA8-28BC3B83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31EA5935-7E6A-49C9-87C7-0FA51E77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E2F1C7C6-8427-48B2-8A62-FBA96E3B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2FECA15F-6271-402C-83BD-8AD2B803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F346787F-8EDF-4073-8A7A-03979961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Le moteur d’apprentissage retient vos progrès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F98FBCF8-F57B-4573-AFF8-0FE06FE1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896C0623-4C47-4C5B-B345-E0574820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FAB4FB8E-A44D-41EE-8D92-A33675A9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D76DFC98-0662-4CE2-82E5-FA3FE346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8362E324-E4B3-472C-96CB-F9C357A8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F4E6576F-E7F2-4591-BF77-2E0A3F3E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F9842881-6F97-4EE7-8EB6-81BFCF1C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B3F649D4-2DF4-4FBD-959D-F7360E71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162 A1 entries, strict accented answers,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79240BBB-16CD-468D-814B-4BB9EF60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FRANÇAIS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D055FB7A-3BAC-4ED5-AF8E-C8EE6F96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0E07A2AC-0DB0-4A34-B07E-D9F9B90F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Les progrès restent locaux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56A693ED-1D2B-42C8-AB90-F5A04EA7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Révisions, erreurs, favoris et examens sont enregistrés localement et restent explicables.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4DFB5966-8D34-4596-8468-11FA961A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catalogue de ressources: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3681187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885F7E30-FBF7-41CD-9B1B-F2B769B0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B683918C-80A5-4F31-9933-FF9BD676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A28ED235-F240-45F3-BE94-BB9E5218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8DB93BFF-2764-4FC8-9D1B-7D72497A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 français mérite des outils précis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A058A660-C360-4E62-B6D0-561D0347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Fransızcaya özgü laboratuvar  ·  A French-specific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E2B1E56B-0949-409C-9813-15B927B0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807063C9-54A9-44AD-93B0-CDD16335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l’école · les écoles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B599C11B-B2C2-4DF7-9C53-7A365F76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ve elision · articles and elision · articles et élision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CDC7D70A-616B-4A51-8C95-F4BBA621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D713DBA2-AD10-484E-955B-AC7A6756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é · è · ê · ç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BDFBC8F2-FE5B-4F08-8C21-01BDC72F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Aksan araması kontrollü · controlled accent search · recherche d’accents contrôlée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8ED008B3-B33E-4389-B11F-28138A4D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A4748E45-0AA6-485A-980A-B74B932F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cœur · sœur · œuvre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B05A41B2-9F33-4F2C-B5B7-5CC9E88A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œ aramada esnek, yanıtta kesin · flexible search, strict answer · recherche souple, réponse exacte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C7A57353-27E6-49D2-8564-18F85602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244BA28B-5394-40FB-9F50-B2A3D2E2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J’aime le français.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8B79E647-EB9F-4B45-AFD0-26D187B6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Kesme işareti anlamlıdır · apostrophes matter · l’apostrophe compte</a:t>
            </a:r>
          </a:p>
        </p:txBody>
      </p:sp>
    </p:spTree>
    <p:extLst>
      <p:ext uri="{BB962C8B-B14F-4D97-AF65-F5344CB8AC3E}">
        <p14:creationId xmlns:p14="http://schemas.microsoft.com/office/powerpoint/2010/main" val="13835828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E8CA2E55-742A-4DDE-BFDD-BDDF49B3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EAE0F16B-5A0C-44C9-AFCF-28D837DA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348F0AE5-7630-4C1C-B3C5-11B61B08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5322831D-A0D0-4523-A243-AD8E4E44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CD9C9608-1D34-410F-8817-47CF5C7C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L’IA est facultative; la confidentialité est la règle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BFB652B2-B0FA-4F1D-86AF-6F2F0D29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028109BC-55B0-4025-B174-E777F43C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E60AA736-9AB6-412C-9D98-3FE80D39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9ECB5AB1-EAD9-4E1A-B498-14CF0C2C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D4E1B850-1C6C-41B6-BA7B-E09632B5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846E15A0-1CF5-456B-94A3-09EA76B5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AED5EDC5-52D4-4728-8C12-801E5F02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BF9A8BFC-12DC-4923-B789-F3949EF8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59C15416-8384-4FC4-89E0-F1FA8EF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İstek yalnızca yerel uç noktaya gider; bağlantı yoksa akış güvenle kapanır.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C1F775BA-9F50-4576-B8B6-F62D52CA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F6C3E64C-278E-4C27-A9EC-ECC9724D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2A6A63C0-07E0-40BC-B9E5-47AC479A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8E1B76D9-4BD0-42BF-8AFE-3736BD27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6BF0A664-B7E4-4ABD-ABD8-0996CFC8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0">
            <a:solidFill>
              <a:srgbClr val="FFE5E5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19F1713F-AD26-4B0C-A402-F07E48FF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Çevrimdışı çekirdek / Offline core / cœur hors ligne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18739408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39C02A3A-013D-40A7-92EB-E88070BF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BC8B7B21-C99B-4523-BD8A-E90B66FA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TESLİME HAZIR · READY TO DELIVER · PRÊT À LIVRER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9D3B7AFF-E841-49D5-9CCD-98A5F98E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272D765D-19F1-4D6A-A6B4-F35B19DD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A9592D8F-3C46-4ED3-9BE5-AA7A0A76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Prêt.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23006532-81B9-46C0-A6C1-A2ECBFDC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A7139CDE-5220-4F96-84FE-3C4A2A51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AF72BF6A-0183-4229-89C3-67CDC457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29 / 29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AF2AB590-0110-47F4-89DB-416CB4FE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DA56E555-E322-4DDD-B149-5ED88E8F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mots A1 uniques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577A4B65-1699-4063-845C-A7FDA5F9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tests automatisés réussis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4D7DDF37-5CD9-40B0-A25B-CD2546EE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espaces d’apprentissage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75EC0435-A2BE-4517-B492-F7A4EF70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26F9A253-6CD5-4205-91F9-8226A49F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GitHub privé + sunum trilingue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DCB11C92-E7FC-4B64-92B3-D21DE908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github.com/Azizsekerdil/FrenchCourseAI/releases (v1.0.0)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C82E9B58-B89D-4288-9403-21CA1E7D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(v1.0.0)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4ED96D4E-39F4-47E9-B866-62D21F54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1784531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2026-09-01T07:42:30.1380000Z</dcterms:created>
  <dcterms:modified xsi:type="dcterms:W3CDTF">2026-09-01T07:42:30.1380000Z</dcterms:modified>
</coreProperties>
</file>